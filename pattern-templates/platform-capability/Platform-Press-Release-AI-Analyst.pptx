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4"/>
  </p:sldMasterIdLst>
  <p:notesMasterIdLst>
    <p:notesMasterId r:id="rId5"/>
  </p:notesMasterIdLst>
  <p:sldIdLst>
    <p:sldId id="256" r:id="rId6"/>
  </p:sldIdLst>
  <p:sldSz cy="10692000" cx="7560000"/>
  <p:notesSz cx="6858000" cy="9144000"/>
  <p:embeddedFontLst>
    <p:embeddedFont>
      <p:font typeface="Nunito"/>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368">
          <p15:clr>
            <a:srgbClr val="747775"/>
          </p15:clr>
        </p15:guide>
        <p15:guide id="2" pos="238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368" orient="horz"/>
        <p:guide pos="2381"/>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font" Target="fonts/Nunito-boldItalic.fntdata"/><Relationship Id="rId9" Type="http://schemas.openxmlformats.org/officeDocument/2006/relationships/font" Target="fonts/Nuni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Nunito-regular.fntdata"/><Relationship Id="rId8" Type="http://schemas.openxmlformats.org/officeDocument/2006/relationships/font" Target="fonts/Nunito-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217067" y="685800"/>
            <a:ext cx="2424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g3e85dd8f5e6_0_0:notes"/>
          <p:cNvSpPr/>
          <p:nvPr>
            <p:ph idx="2" type="sldImg"/>
          </p:nvPr>
        </p:nvSpPr>
        <p:spPr>
          <a:xfrm>
            <a:off x="2217067" y="685800"/>
            <a:ext cx="2424300" cy="3429000"/>
          </a:xfrm>
          <a:custGeom>
            <a:rect b="b" l="l" r="r" t="t"/>
            <a:pathLst>
              <a:path extrusionOk="0" h="120000" w="120000">
                <a:moveTo>
                  <a:pt x="0" y="0"/>
                </a:moveTo>
                <a:lnTo>
                  <a:pt x="120000" y="0"/>
                </a:lnTo>
                <a:lnTo>
                  <a:pt x="120000" y="120000"/>
                </a:lnTo>
                <a:lnTo>
                  <a:pt x="0" y="120000"/>
                </a:lnTo>
                <a:close/>
              </a:path>
            </a:pathLst>
          </a:custGeom>
        </p:spPr>
      </p:sp>
      <p:sp>
        <p:nvSpPr>
          <p:cNvPr id="37" name="Google Shape;37;g3e85dd8f5e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6" name="Shape 26"/>
        <p:cNvGrpSpPr/>
        <p:nvPr/>
      </p:nvGrpSpPr>
      <p:grpSpPr>
        <a:xfrm>
          <a:off x="0" y="0"/>
          <a:ext cx="0" cy="0"/>
          <a:chOff x="0" y="0"/>
          <a:chExt cx="0" cy="0"/>
        </a:xfrm>
      </p:grpSpPr>
      <p:sp>
        <p:nvSpPr>
          <p:cNvPr id="27" name="Google Shape;27;p2"/>
          <p:cNvSpPr txBox="1"/>
          <p:nvPr>
            <p:ph idx="1" type="body"/>
          </p:nvPr>
        </p:nvSpPr>
        <p:spPr>
          <a:xfrm>
            <a:off x="180950" y="3644500"/>
            <a:ext cx="7379100" cy="14616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Font typeface="Nunito"/>
              <a:buChar char="●"/>
              <a:defRPr sz="1100">
                <a:latin typeface="Nunito"/>
                <a:ea typeface="Nunito"/>
                <a:cs typeface="Nunito"/>
                <a:sym typeface="Nunito"/>
              </a:defRPr>
            </a:lvl1pPr>
            <a:lvl2pPr indent="-298450" lvl="1" marL="914400">
              <a:spcBef>
                <a:spcPts val="0"/>
              </a:spcBef>
              <a:spcAft>
                <a:spcPts val="0"/>
              </a:spcAft>
              <a:buSzPts val="1100"/>
              <a:buFont typeface="Nunito"/>
              <a:buChar char="○"/>
              <a:defRPr sz="1100">
                <a:latin typeface="Nunito"/>
                <a:ea typeface="Nunito"/>
                <a:cs typeface="Nunito"/>
                <a:sym typeface="Nunito"/>
              </a:defRPr>
            </a:lvl2pPr>
            <a:lvl3pPr indent="-298450" lvl="2" marL="1371600">
              <a:spcBef>
                <a:spcPts val="0"/>
              </a:spcBef>
              <a:spcAft>
                <a:spcPts val="0"/>
              </a:spcAft>
              <a:buSzPts val="1100"/>
              <a:buFont typeface="Nunito"/>
              <a:buChar char="■"/>
              <a:defRPr sz="1100">
                <a:latin typeface="Nunito"/>
                <a:ea typeface="Nunito"/>
                <a:cs typeface="Nunito"/>
                <a:sym typeface="Nunito"/>
              </a:defRPr>
            </a:lvl3pPr>
            <a:lvl4pPr indent="-298450" lvl="3" marL="1828800">
              <a:spcBef>
                <a:spcPts val="0"/>
              </a:spcBef>
              <a:spcAft>
                <a:spcPts val="0"/>
              </a:spcAft>
              <a:buSzPts val="1100"/>
              <a:buFont typeface="Nunito"/>
              <a:buChar char="●"/>
              <a:defRPr sz="1100">
                <a:latin typeface="Nunito"/>
                <a:ea typeface="Nunito"/>
                <a:cs typeface="Nunito"/>
                <a:sym typeface="Nunito"/>
              </a:defRPr>
            </a:lvl4pPr>
            <a:lvl5pPr indent="-298450" lvl="4" marL="2286000">
              <a:spcBef>
                <a:spcPts val="0"/>
              </a:spcBef>
              <a:spcAft>
                <a:spcPts val="0"/>
              </a:spcAft>
              <a:buSzPts val="1100"/>
              <a:buFont typeface="Nunito"/>
              <a:buChar char="○"/>
              <a:defRPr sz="1100">
                <a:latin typeface="Nunito"/>
                <a:ea typeface="Nunito"/>
                <a:cs typeface="Nunito"/>
                <a:sym typeface="Nunito"/>
              </a:defRPr>
            </a:lvl5pPr>
            <a:lvl6pPr indent="-298450" lvl="5" marL="2743200">
              <a:spcBef>
                <a:spcPts val="0"/>
              </a:spcBef>
              <a:spcAft>
                <a:spcPts val="0"/>
              </a:spcAft>
              <a:buSzPts val="1100"/>
              <a:buFont typeface="Nunito"/>
              <a:buChar char="■"/>
              <a:defRPr sz="1100">
                <a:latin typeface="Nunito"/>
                <a:ea typeface="Nunito"/>
                <a:cs typeface="Nunito"/>
                <a:sym typeface="Nunito"/>
              </a:defRPr>
            </a:lvl6pPr>
            <a:lvl7pPr indent="-298450" lvl="6" marL="3200400">
              <a:spcBef>
                <a:spcPts val="0"/>
              </a:spcBef>
              <a:spcAft>
                <a:spcPts val="0"/>
              </a:spcAft>
              <a:buSzPts val="1100"/>
              <a:buFont typeface="Nunito"/>
              <a:buChar char="●"/>
              <a:defRPr sz="1100">
                <a:latin typeface="Nunito"/>
                <a:ea typeface="Nunito"/>
                <a:cs typeface="Nunito"/>
                <a:sym typeface="Nunito"/>
              </a:defRPr>
            </a:lvl7pPr>
            <a:lvl8pPr indent="-298450" lvl="7" marL="3657600">
              <a:spcBef>
                <a:spcPts val="0"/>
              </a:spcBef>
              <a:spcAft>
                <a:spcPts val="0"/>
              </a:spcAft>
              <a:buSzPts val="1100"/>
              <a:buFont typeface="Nunito"/>
              <a:buChar char="○"/>
              <a:defRPr sz="1100">
                <a:latin typeface="Nunito"/>
                <a:ea typeface="Nunito"/>
                <a:cs typeface="Nunito"/>
                <a:sym typeface="Nunito"/>
              </a:defRPr>
            </a:lvl8pPr>
            <a:lvl9pPr indent="-298450" lvl="8" marL="4114800">
              <a:spcBef>
                <a:spcPts val="0"/>
              </a:spcBef>
              <a:spcAft>
                <a:spcPts val="0"/>
              </a:spcAft>
              <a:buSzPts val="1100"/>
              <a:buFont typeface="Nunito"/>
              <a:buChar char="■"/>
              <a:defRPr sz="1100">
                <a:latin typeface="Nunito"/>
                <a:ea typeface="Nunito"/>
                <a:cs typeface="Nunito"/>
                <a:sym typeface="Nunito"/>
              </a:defRPr>
            </a:lvl9pPr>
          </a:lstStyle>
          <a:p/>
        </p:txBody>
      </p:sp>
      <p:sp>
        <p:nvSpPr>
          <p:cNvPr id="28" name="Google Shape;28;p2"/>
          <p:cNvSpPr txBox="1"/>
          <p:nvPr>
            <p:ph idx="2" type="body"/>
          </p:nvPr>
        </p:nvSpPr>
        <p:spPr>
          <a:xfrm>
            <a:off x="1753500" y="314325"/>
            <a:ext cx="5682000" cy="4137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Font typeface="Nunito"/>
              <a:buChar char="●"/>
              <a:defRPr sz="1100">
                <a:latin typeface="Nunito"/>
                <a:ea typeface="Nunito"/>
                <a:cs typeface="Nunito"/>
                <a:sym typeface="Nunito"/>
              </a:defRPr>
            </a:lvl1pPr>
            <a:lvl2pPr indent="-298450" lvl="1" marL="914400">
              <a:spcBef>
                <a:spcPts val="0"/>
              </a:spcBef>
              <a:spcAft>
                <a:spcPts val="0"/>
              </a:spcAft>
              <a:buSzPts val="1100"/>
              <a:buFont typeface="Nunito"/>
              <a:buChar char="○"/>
              <a:defRPr sz="1100">
                <a:latin typeface="Nunito"/>
                <a:ea typeface="Nunito"/>
                <a:cs typeface="Nunito"/>
                <a:sym typeface="Nunito"/>
              </a:defRPr>
            </a:lvl2pPr>
            <a:lvl3pPr indent="-298450" lvl="2" marL="1371600">
              <a:spcBef>
                <a:spcPts val="0"/>
              </a:spcBef>
              <a:spcAft>
                <a:spcPts val="0"/>
              </a:spcAft>
              <a:buSzPts val="1100"/>
              <a:buFont typeface="Nunito"/>
              <a:buChar char="■"/>
              <a:defRPr sz="1100">
                <a:latin typeface="Nunito"/>
                <a:ea typeface="Nunito"/>
                <a:cs typeface="Nunito"/>
                <a:sym typeface="Nunito"/>
              </a:defRPr>
            </a:lvl3pPr>
            <a:lvl4pPr indent="-298450" lvl="3" marL="1828800">
              <a:spcBef>
                <a:spcPts val="0"/>
              </a:spcBef>
              <a:spcAft>
                <a:spcPts val="0"/>
              </a:spcAft>
              <a:buSzPts val="1100"/>
              <a:buFont typeface="Nunito"/>
              <a:buChar char="●"/>
              <a:defRPr sz="1100">
                <a:latin typeface="Nunito"/>
                <a:ea typeface="Nunito"/>
                <a:cs typeface="Nunito"/>
                <a:sym typeface="Nunito"/>
              </a:defRPr>
            </a:lvl4pPr>
            <a:lvl5pPr indent="-298450" lvl="4" marL="2286000">
              <a:spcBef>
                <a:spcPts val="0"/>
              </a:spcBef>
              <a:spcAft>
                <a:spcPts val="0"/>
              </a:spcAft>
              <a:buSzPts val="1100"/>
              <a:buFont typeface="Nunito"/>
              <a:buChar char="○"/>
              <a:defRPr sz="1100">
                <a:latin typeface="Nunito"/>
                <a:ea typeface="Nunito"/>
                <a:cs typeface="Nunito"/>
                <a:sym typeface="Nunito"/>
              </a:defRPr>
            </a:lvl5pPr>
            <a:lvl6pPr indent="-298450" lvl="5" marL="2743200">
              <a:spcBef>
                <a:spcPts val="0"/>
              </a:spcBef>
              <a:spcAft>
                <a:spcPts val="0"/>
              </a:spcAft>
              <a:buSzPts val="1100"/>
              <a:buFont typeface="Nunito"/>
              <a:buChar char="■"/>
              <a:defRPr sz="1100">
                <a:latin typeface="Nunito"/>
                <a:ea typeface="Nunito"/>
                <a:cs typeface="Nunito"/>
                <a:sym typeface="Nunito"/>
              </a:defRPr>
            </a:lvl6pPr>
            <a:lvl7pPr indent="-298450" lvl="6" marL="3200400">
              <a:spcBef>
                <a:spcPts val="0"/>
              </a:spcBef>
              <a:spcAft>
                <a:spcPts val="0"/>
              </a:spcAft>
              <a:buSzPts val="1100"/>
              <a:buFont typeface="Nunito"/>
              <a:buChar char="●"/>
              <a:defRPr sz="1100">
                <a:latin typeface="Nunito"/>
                <a:ea typeface="Nunito"/>
                <a:cs typeface="Nunito"/>
                <a:sym typeface="Nunito"/>
              </a:defRPr>
            </a:lvl7pPr>
            <a:lvl8pPr indent="-298450" lvl="7" marL="3657600">
              <a:spcBef>
                <a:spcPts val="0"/>
              </a:spcBef>
              <a:spcAft>
                <a:spcPts val="0"/>
              </a:spcAft>
              <a:buSzPts val="1100"/>
              <a:buFont typeface="Nunito"/>
              <a:buChar char="○"/>
              <a:defRPr sz="1100">
                <a:latin typeface="Nunito"/>
                <a:ea typeface="Nunito"/>
                <a:cs typeface="Nunito"/>
                <a:sym typeface="Nunito"/>
              </a:defRPr>
            </a:lvl8pPr>
            <a:lvl9pPr indent="-298450" lvl="8" marL="4114800">
              <a:spcBef>
                <a:spcPts val="0"/>
              </a:spcBef>
              <a:spcAft>
                <a:spcPts val="0"/>
              </a:spcAft>
              <a:buSzPts val="1100"/>
              <a:buFont typeface="Nunito"/>
              <a:buChar char="■"/>
              <a:defRPr sz="1100">
                <a:latin typeface="Nunito"/>
                <a:ea typeface="Nunito"/>
                <a:cs typeface="Nunito"/>
                <a:sym typeface="Nunito"/>
              </a:defRPr>
            </a:lvl9pPr>
          </a:lstStyle>
          <a:p/>
        </p:txBody>
      </p:sp>
      <p:sp>
        <p:nvSpPr>
          <p:cNvPr id="29" name="Google Shape;29;p2"/>
          <p:cNvSpPr txBox="1"/>
          <p:nvPr>
            <p:ph idx="3" type="body"/>
          </p:nvPr>
        </p:nvSpPr>
        <p:spPr>
          <a:xfrm>
            <a:off x="180950" y="1098950"/>
            <a:ext cx="7318500" cy="3849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Font typeface="Nunito"/>
              <a:buChar char="●"/>
              <a:defRPr sz="1100">
                <a:latin typeface="Nunito"/>
                <a:ea typeface="Nunito"/>
                <a:cs typeface="Nunito"/>
                <a:sym typeface="Nunito"/>
              </a:defRPr>
            </a:lvl1pPr>
            <a:lvl2pPr indent="-298450" lvl="1" marL="914400">
              <a:spcBef>
                <a:spcPts val="0"/>
              </a:spcBef>
              <a:spcAft>
                <a:spcPts val="0"/>
              </a:spcAft>
              <a:buSzPts val="1100"/>
              <a:buFont typeface="Nunito"/>
              <a:buChar char="○"/>
              <a:defRPr sz="1100">
                <a:latin typeface="Nunito"/>
                <a:ea typeface="Nunito"/>
                <a:cs typeface="Nunito"/>
                <a:sym typeface="Nunito"/>
              </a:defRPr>
            </a:lvl2pPr>
            <a:lvl3pPr indent="-298450" lvl="2" marL="1371600">
              <a:spcBef>
                <a:spcPts val="0"/>
              </a:spcBef>
              <a:spcAft>
                <a:spcPts val="0"/>
              </a:spcAft>
              <a:buSzPts val="1100"/>
              <a:buFont typeface="Nunito"/>
              <a:buChar char="■"/>
              <a:defRPr sz="1100">
                <a:latin typeface="Nunito"/>
                <a:ea typeface="Nunito"/>
                <a:cs typeface="Nunito"/>
                <a:sym typeface="Nunito"/>
              </a:defRPr>
            </a:lvl3pPr>
            <a:lvl4pPr indent="-298450" lvl="3" marL="1828800">
              <a:spcBef>
                <a:spcPts val="0"/>
              </a:spcBef>
              <a:spcAft>
                <a:spcPts val="0"/>
              </a:spcAft>
              <a:buSzPts val="1100"/>
              <a:buFont typeface="Nunito"/>
              <a:buChar char="●"/>
              <a:defRPr sz="1100">
                <a:latin typeface="Nunito"/>
                <a:ea typeface="Nunito"/>
                <a:cs typeface="Nunito"/>
                <a:sym typeface="Nunito"/>
              </a:defRPr>
            </a:lvl4pPr>
            <a:lvl5pPr indent="-298450" lvl="4" marL="2286000">
              <a:spcBef>
                <a:spcPts val="0"/>
              </a:spcBef>
              <a:spcAft>
                <a:spcPts val="0"/>
              </a:spcAft>
              <a:buSzPts val="1100"/>
              <a:buFont typeface="Nunito"/>
              <a:buChar char="○"/>
              <a:defRPr sz="1100">
                <a:latin typeface="Nunito"/>
                <a:ea typeface="Nunito"/>
                <a:cs typeface="Nunito"/>
                <a:sym typeface="Nunito"/>
              </a:defRPr>
            </a:lvl5pPr>
            <a:lvl6pPr indent="-298450" lvl="5" marL="2743200">
              <a:spcBef>
                <a:spcPts val="0"/>
              </a:spcBef>
              <a:spcAft>
                <a:spcPts val="0"/>
              </a:spcAft>
              <a:buSzPts val="1100"/>
              <a:buFont typeface="Nunito"/>
              <a:buChar char="■"/>
              <a:defRPr sz="1100">
                <a:latin typeface="Nunito"/>
                <a:ea typeface="Nunito"/>
                <a:cs typeface="Nunito"/>
                <a:sym typeface="Nunito"/>
              </a:defRPr>
            </a:lvl6pPr>
            <a:lvl7pPr indent="-298450" lvl="6" marL="3200400">
              <a:spcBef>
                <a:spcPts val="0"/>
              </a:spcBef>
              <a:spcAft>
                <a:spcPts val="0"/>
              </a:spcAft>
              <a:buSzPts val="1100"/>
              <a:buFont typeface="Nunito"/>
              <a:buChar char="●"/>
              <a:defRPr sz="1100">
                <a:latin typeface="Nunito"/>
                <a:ea typeface="Nunito"/>
                <a:cs typeface="Nunito"/>
                <a:sym typeface="Nunito"/>
              </a:defRPr>
            </a:lvl7pPr>
            <a:lvl8pPr indent="-298450" lvl="7" marL="3657600">
              <a:spcBef>
                <a:spcPts val="0"/>
              </a:spcBef>
              <a:spcAft>
                <a:spcPts val="0"/>
              </a:spcAft>
              <a:buSzPts val="1100"/>
              <a:buFont typeface="Nunito"/>
              <a:buChar char="○"/>
              <a:defRPr sz="1100">
                <a:latin typeface="Nunito"/>
                <a:ea typeface="Nunito"/>
                <a:cs typeface="Nunito"/>
                <a:sym typeface="Nunito"/>
              </a:defRPr>
            </a:lvl8pPr>
            <a:lvl9pPr indent="-298450" lvl="8" marL="4114800">
              <a:spcBef>
                <a:spcPts val="0"/>
              </a:spcBef>
              <a:spcAft>
                <a:spcPts val="0"/>
              </a:spcAft>
              <a:buSzPts val="1100"/>
              <a:buFont typeface="Nunito"/>
              <a:buChar char="■"/>
              <a:defRPr sz="1100">
                <a:latin typeface="Nunito"/>
                <a:ea typeface="Nunito"/>
                <a:cs typeface="Nunito"/>
                <a:sym typeface="Nunito"/>
              </a:defRPr>
            </a:lvl9pPr>
          </a:lstStyle>
          <a:p/>
        </p:txBody>
      </p:sp>
      <p:sp>
        <p:nvSpPr>
          <p:cNvPr id="30" name="Google Shape;30;p2"/>
          <p:cNvSpPr txBox="1"/>
          <p:nvPr>
            <p:ph idx="4" type="body"/>
          </p:nvPr>
        </p:nvSpPr>
        <p:spPr>
          <a:xfrm>
            <a:off x="180950" y="1877850"/>
            <a:ext cx="7379100" cy="13725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Font typeface="Nunito"/>
              <a:buChar char="●"/>
              <a:defRPr sz="1100">
                <a:latin typeface="Nunito"/>
                <a:ea typeface="Nunito"/>
                <a:cs typeface="Nunito"/>
                <a:sym typeface="Nunito"/>
              </a:defRPr>
            </a:lvl1pPr>
            <a:lvl2pPr indent="-298450" lvl="1" marL="914400">
              <a:spcBef>
                <a:spcPts val="0"/>
              </a:spcBef>
              <a:spcAft>
                <a:spcPts val="0"/>
              </a:spcAft>
              <a:buSzPts val="1100"/>
              <a:buFont typeface="Nunito"/>
              <a:buChar char="○"/>
              <a:defRPr sz="1100">
                <a:latin typeface="Nunito"/>
                <a:ea typeface="Nunito"/>
                <a:cs typeface="Nunito"/>
                <a:sym typeface="Nunito"/>
              </a:defRPr>
            </a:lvl2pPr>
            <a:lvl3pPr indent="-298450" lvl="2" marL="1371600">
              <a:spcBef>
                <a:spcPts val="0"/>
              </a:spcBef>
              <a:spcAft>
                <a:spcPts val="0"/>
              </a:spcAft>
              <a:buSzPts val="1100"/>
              <a:buFont typeface="Nunito"/>
              <a:buChar char="■"/>
              <a:defRPr sz="1100">
                <a:latin typeface="Nunito"/>
                <a:ea typeface="Nunito"/>
                <a:cs typeface="Nunito"/>
                <a:sym typeface="Nunito"/>
              </a:defRPr>
            </a:lvl3pPr>
            <a:lvl4pPr indent="-298450" lvl="3" marL="1828800">
              <a:spcBef>
                <a:spcPts val="0"/>
              </a:spcBef>
              <a:spcAft>
                <a:spcPts val="0"/>
              </a:spcAft>
              <a:buSzPts val="1100"/>
              <a:buFont typeface="Nunito"/>
              <a:buChar char="●"/>
              <a:defRPr sz="1100">
                <a:latin typeface="Nunito"/>
                <a:ea typeface="Nunito"/>
                <a:cs typeface="Nunito"/>
                <a:sym typeface="Nunito"/>
              </a:defRPr>
            </a:lvl4pPr>
            <a:lvl5pPr indent="-298450" lvl="4" marL="2286000">
              <a:spcBef>
                <a:spcPts val="0"/>
              </a:spcBef>
              <a:spcAft>
                <a:spcPts val="0"/>
              </a:spcAft>
              <a:buSzPts val="1100"/>
              <a:buFont typeface="Nunito"/>
              <a:buChar char="○"/>
              <a:defRPr sz="1100">
                <a:latin typeface="Nunito"/>
                <a:ea typeface="Nunito"/>
                <a:cs typeface="Nunito"/>
                <a:sym typeface="Nunito"/>
              </a:defRPr>
            </a:lvl5pPr>
            <a:lvl6pPr indent="-298450" lvl="5" marL="2743200">
              <a:spcBef>
                <a:spcPts val="0"/>
              </a:spcBef>
              <a:spcAft>
                <a:spcPts val="0"/>
              </a:spcAft>
              <a:buSzPts val="1100"/>
              <a:buFont typeface="Nunito"/>
              <a:buChar char="■"/>
              <a:defRPr sz="1100">
                <a:latin typeface="Nunito"/>
                <a:ea typeface="Nunito"/>
                <a:cs typeface="Nunito"/>
                <a:sym typeface="Nunito"/>
              </a:defRPr>
            </a:lvl6pPr>
            <a:lvl7pPr indent="-298450" lvl="6" marL="3200400">
              <a:spcBef>
                <a:spcPts val="0"/>
              </a:spcBef>
              <a:spcAft>
                <a:spcPts val="0"/>
              </a:spcAft>
              <a:buSzPts val="1100"/>
              <a:buFont typeface="Nunito"/>
              <a:buChar char="●"/>
              <a:defRPr sz="1100">
                <a:latin typeface="Nunito"/>
                <a:ea typeface="Nunito"/>
                <a:cs typeface="Nunito"/>
                <a:sym typeface="Nunito"/>
              </a:defRPr>
            </a:lvl7pPr>
            <a:lvl8pPr indent="-298450" lvl="7" marL="3657600">
              <a:spcBef>
                <a:spcPts val="0"/>
              </a:spcBef>
              <a:spcAft>
                <a:spcPts val="0"/>
              </a:spcAft>
              <a:buSzPts val="1100"/>
              <a:buFont typeface="Nunito"/>
              <a:buChar char="○"/>
              <a:defRPr sz="1100">
                <a:latin typeface="Nunito"/>
                <a:ea typeface="Nunito"/>
                <a:cs typeface="Nunito"/>
                <a:sym typeface="Nunito"/>
              </a:defRPr>
            </a:lvl8pPr>
            <a:lvl9pPr indent="-298450" lvl="8" marL="4114800">
              <a:spcBef>
                <a:spcPts val="0"/>
              </a:spcBef>
              <a:spcAft>
                <a:spcPts val="0"/>
              </a:spcAft>
              <a:buSzPts val="1100"/>
              <a:buFont typeface="Nunito"/>
              <a:buChar char="■"/>
              <a:defRPr sz="1100">
                <a:latin typeface="Nunito"/>
                <a:ea typeface="Nunito"/>
                <a:cs typeface="Nunito"/>
                <a:sym typeface="Nunito"/>
              </a:defRPr>
            </a:lvl9pPr>
          </a:lstStyle>
          <a:p/>
        </p:txBody>
      </p:sp>
      <p:sp>
        <p:nvSpPr>
          <p:cNvPr id="31" name="Google Shape;31;p2"/>
          <p:cNvSpPr txBox="1"/>
          <p:nvPr>
            <p:ph idx="5" type="body"/>
          </p:nvPr>
        </p:nvSpPr>
        <p:spPr>
          <a:xfrm>
            <a:off x="180950" y="5533675"/>
            <a:ext cx="7318500" cy="13725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Font typeface="Nunito"/>
              <a:buChar char="●"/>
              <a:defRPr sz="1100">
                <a:latin typeface="Nunito"/>
                <a:ea typeface="Nunito"/>
                <a:cs typeface="Nunito"/>
                <a:sym typeface="Nunito"/>
              </a:defRPr>
            </a:lvl1pPr>
            <a:lvl2pPr indent="-298450" lvl="1" marL="914400">
              <a:spcBef>
                <a:spcPts val="0"/>
              </a:spcBef>
              <a:spcAft>
                <a:spcPts val="0"/>
              </a:spcAft>
              <a:buSzPts val="1100"/>
              <a:buFont typeface="Nunito"/>
              <a:buChar char="○"/>
              <a:defRPr sz="1100">
                <a:latin typeface="Nunito"/>
                <a:ea typeface="Nunito"/>
                <a:cs typeface="Nunito"/>
                <a:sym typeface="Nunito"/>
              </a:defRPr>
            </a:lvl2pPr>
            <a:lvl3pPr indent="-298450" lvl="2" marL="1371600">
              <a:spcBef>
                <a:spcPts val="0"/>
              </a:spcBef>
              <a:spcAft>
                <a:spcPts val="0"/>
              </a:spcAft>
              <a:buSzPts val="1100"/>
              <a:buFont typeface="Nunito"/>
              <a:buChar char="■"/>
              <a:defRPr sz="1100">
                <a:latin typeface="Nunito"/>
                <a:ea typeface="Nunito"/>
                <a:cs typeface="Nunito"/>
                <a:sym typeface="Nunito"/>
              </a:defRPr>
            </a:lvl3pPr>
            <a:lvl4pPr indent="-298450" lvl="3" marL="1828800">
              <a:spcBef>
                <a:spcPts val="0"/>
              </a:spcBef>
              <a:spcAft>
                <a:spcPts val="0"/>
              </a:spcAft>
              <a:buSzPts val="1100"/>
              <a:buFont typeface="Nunito"/>
              <a:buChar char="●"/>
              <a:defRPr sz="1100">
                <a:latin typeface="Nunito"/>
                <a:ea typeface="Nunito"/>
                <a:cs typeface="Nunito"/>
                <a:sym typeface="Nunito"/>
              </a:defRPr>
            </a:lvl4pPr>
            <a:lvl5pPr indent="-298450" lvl="4" marL="2286000">
              <a:spcBef>
                <a:spcPts val="0"/>
              </a:spcBef>
              <a:spcAft>
                <a:spcPts val="0"/>
              </a:spcAft>
              <a:buSzPts val="1100"/>
              <a:buFont typeface="Nunito"/>
              <a:buChar char="○"/>
              <a:defRPr sz="1100">
                <a:latin typeface="Nunito"/>
                <a:ea typeface="Nunito"/>
                <a:cs typeface="Nunito"/>
                <a:sym typeface="Nunito"/>
              </a:defRPr>
            </a:lvl5pPr>
            <a:lvl6pPr indent="-298450" lvl="5" marL="2743200">
              <a:spcBef>
                <a:spcPts val="0"/>
              </a:spcBef>
              <a:spcAft>
                <a:spcPts val="0"/>
              </a:spcAft>
              <a:buSzPts val="1100"/>
              <a:buFont typeface="Nunito"/>
              <a:buChar char="■"/>
              <a:defRPr sz="1100">
                <a:latin typeface="Nunito"/>
                <a:ea typeface="Nunito"/>
                <a:cs typeface="Nunito"/>
                <a:sym typeface="Nunito"/>
              </a:defRPr>
            </a:lvl6pPr>
            <a:lvl7pPr indent="-298450" lvl="6" marL="3200400">
              <a:spcBef>
                <a:spcPts val="0"/>
              </a:spcBef>
              <a:spcAft>
                <a:spcPts val="0"/>
              </a:spcAft>
              <a:buSzPts val="1100"/>
              <a:buFont typeface="Nunito"/>
              <a:buChar char="●"/>
              <a:defRPr sz="1100">
                <a:latin typeface="Nunito"/>
                <a:ea typeface="Nunito"/>
                <a:cs typeface="Nunito"/>
                <a:sym typeface="Nunito"/>
              </a:defRPr>
            </a:lvl7pPr>
            <a:lvl8pPr indent="-298450" lvl="7" marL="3657600">
              <a:spcBef>
                <a:spcPts val="0"/>
              </a:spcBef>
              <a:spcAft>
                <a:spcPts val="0"/>
              </a:spcAft>
              <a:buSzPts val="1100"/>
              <a:buFont typeface="Nunito"/>
              <a:buChar char="○"/>
              <a:defRPr sz="1100">
                <a:latin typeface="Nunito"/>
                <a:ea typeface="Nunito"/>
                <a:cs typeface="Nunito"/>
                <a:sym typeface="Nunito"/>
              </a:defRPr>
            </a:lvl8pPr>
            <a:lvl9pPr indent="-298450" lvl="8" marL="4114800">
              <a:spcBef>
                <a:spcPts val="0"/>
              </a:spcBef>
              <a:spcAft>
                <a:spcPts val="0"/>
              </a:spcAft>
              <a:buSzPts val="1100"/>
              <a:buFont typeface="Nunito"/>
              <a:buChar char="■"/>
              <a:defRPr sz="1100">
                <a:latin typeface="Nunito"/>
                <a:ea typeface="Nunito"/>
                <a:cs typeface="Nunito"/>
                <a:sym typeface="Nunito"/>
              </a:defRPr>
            </a:lvl9pPr>
          </a:lstStyle>
          <a:p/>
        </p:txBody>
      </p:sp>
      <p:sp>
        <p:nvSpPr>
          <p:cNvPr id="32" name="Google Shape;32;p2"/>
          <p:cNvSpPr txBox="1"/>
          <p:nvPr>
            <p:ph idx="6" type="body"/>
          </p:nvPr>
        </p:nvSpPr>
        <p:spPr>
          <a:xfrm>
            <a:off x="180950" y="7333750"/>
            <a:ext cx="3473700" cy="18507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Font typeface="Nunito"/>
              <a:buChar char="●"/>
              <a:defRPr sz="1100">
                <a:latin typeface="Nunito"/>
                <a:ea typeface="Nunito"/>
                <a:cs typeface="Nunito"/>
                <a:sym typeface="Nunito"/>
              </a:defRPr>
            </a:lvl1pPr>
            <a:lvl2pPr indent="-298450" lvl="1" marL="914400">
              <a:spcBef>
                <a:spcPts val="0"/>
              </a:spcBef>
              <a:spcAft>
                <a:spcPts val="0"/>
              </a:spcAft>
              <a:buSzPts val="1100"/>
              <a:buFont typeface="Nunito"/>
              <a:buChar char="○"/>
              <a:defRPr sz="1100">
                <a:latin typeface="Nunito"/>
                <a:ea typeface="Nunito"/>
                <a:cs typeface="Nunito"/>
                <a:sym typeface="Nunito"/>
              </a:defRPr>
            </a:lvl2pPr>
            <a:lvl3pPr indent="-298450" lvl="2" marL="1371600">
              <a:spcBef>
                <a:spcPts val="0"/>
              </a:spcBef>
              <a:spcAft>
                <a:spcPts val="0"/>
              </a:spcAft>
              <a:buSzPts val="1100"/>
              <a:buFont typeface="Nunito"/>
              <a:buChar char="■"/>
              <a:defRPr sz="1100">
                <a:latin typeface="Nunito"/>
                <a:ea typeface="Nunito"/>
                <a:cs typeface="Nunito"/>
                <a:sym typeface="Nunito"/>
              </a:defRPr>
            </a:lvl3pPr>
            <a:lvl4pPr indent="-298450" lvl="3" marL="1828800">
              <a:spcBef>
                <a:spcPts val="0"/>
              </a:spcBef>
              <a:spcAft>
                <a:spcPts val="0"/>
              </a:spcAft>
              <a:buSzPts val="1100"/>
              <a:buFont typeface="Nunito"/>
              <a:buChar char="●"/>
              <a:defRPr sz="1100">
                <a:latin typeface="Nunito"/>
                <a:ea typeface="Nunito"/>
                <a:cs typeface="Nunito"/>
                <a:sym typeface="Nunito"/>
              </a:defRPr>
            </a:lvl4pPr>
            <a:lvl5pPr indent="-298450" lvl="4" marL="2286000">
              <a:spcBef>
                <a:spcPts val="0"/>
              </a:spcBef>
              <a:spcAft>
                <a:spcPts val="0"/>
              </a:spcAft>
              <a:buSzPts val="1100"/>
              <a:buFont typeface="Nunito"/>
              <a:buChar char="○"/>
              <a:defRPr sz="1100">
                <a:latin typeface="Nunito"/>
                <a:ea typeface="Nunito"/>
                <a:cs typeface="Nunito"/>
                <a:sym typeface="Nunito"/>
              </a:defRPr>
            </a:lvl5pPr>
            <a:lvl6pPr indent="-298450" lvl="5" marL="2743200">
              <a:spcBef>
                <a:spcPts val="0"/>
              </a:spcBef>
              <a:spcAft>
                <a:spcPts val="0"/>
              </a:spcAft>
              <a:buSzPts val="1100"/>
              <a:buFont typeface="Nunito"/>
              <a:buChar char="■"/>
              <a:defRPr sz="1100">
                <a:latin typeface="Nunito"/>
                <a:ea typeface="Nunito"/>
                <a:cs typeface="Nunito"/>
                <a:sym typeface="Nunito"/>
              </a:defRPr>
            </a:lvl6pPr>
            <a:lvl7pPr indent="-298450" lvl="6" marL="3200400">
              <a:spcBef>
                <a:spcPts val="0"/>
              </a:spcBef>
              <a:spcAft>
                <a:spcPts val="0"/>
              </a:spcAft>
              <a:buSzPts val="1100"/>
              <a:buFont typeface="Nunito"/>
              <a:buChar char="●"/>
              <a:defRPr sz="1100">
                <a:latin typeface="Nunito"/>
                <a:ea typeface="Nunito"/>
                <a:cs typeface="Nunito"/>
                <a:sym typeface="Nunito"/>
              </a:defRPr>
            </a:lvl7pPr>
            <a:lvl8pPr indent="-298450" lvl="7" marL="3657600">
              <a:spcBef>
                <a:spcPts val="0"/>
              </a:spcBef>
              <a:spcAft>
                <a:spcPts val="0"/>
              </a:spcAft>
              <a:buSzPts val="1100"/>
              <a:buFont typeface="Nunito"/>
              <a:buChar char="○"/>
              <a:defRPr sz="1100">
                <a:latin typeface="Nunito"/>
                <a:ea typeface="Nunito"/>
                <a:cs typeface="Nunito"/>
                <a:sym typeface="Nunito"/>
              </a:defRPr>
            </a:lvl8pPr>
            <a:lvl9pPr indent="-298450" lvl="8" marL="4114800">
              <a:spcBef>
                <a:spcPts val="0"/>
              </a:spcBef>
              <a:spcAft>
                <a:spcPts val="0"/>
              </a:spcAft>
              <a:buSzPts val="1100"/>
              <a:buFont typeface="Nunito"/>
              <a:buChar char="■"/>
              <a:defRPr sz="1100">
                <a:latin typeface="Nunito"/>
                <a:ea typeface="Nunito"/>
                <a:cs typeface="Nunito"/>
                <a:sym typeface="Nunito"/>
              </a:defRPr>
            </a:lvl9pPr>
          </a:lstStyle>
          <a:p/>
        </p:txBody>
      </p:sp>
      <p:sp>
        <p:nvSpPr>
          <p:cNvPr id="33" name="Google Shape;33;p2"/>
          <p:cNvSpPr txBox="1"/>
          <p:nvPr>
            <p:ph idx="7" type="body"/>
          </p:nvPr>
        </p:nvSpPr>
        <p:spPr>
          <a:xfrm>
            <a:off x="3907775" y="7333750"/>
            <a:ext cx="3636600" cy="18507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Font typeface="Nunito"/>
              <a:buChar char="●"/>
              <a:defRPr sz="1100">
                <a:latin typeface="Nunito"/>
                <a:ea typeface="Nunito"/>
                <a:cs typeface="Nunito"/>
                <a:sym typeface="Nunito"/>
              </a:defRPr>
            </a:lvl1pPr>
            <a:lvl2pPr indent="-298450" lvl="1" marL="914400">
              <a:spcBef>
                <a:spcPts val="0"/>
              </a:spcBef>
              <a:spcAft>
                <a:spcPts val="0"/>
              </a:spcAft>
              <a:buSzPts val="1100"/>
              <a:buFont typeface="Nunito"/>
              <a:buChar char="○"/>
              <a:defRPr sz="1100">
                <a:latin typeface="Nunito"/>
                <a:ea typeface="Nunito"/>
                <a:cs typeface="Nunito"/>
                <a:sym typeface="Nunito"/>
              </a:defRPr>
            </a:lvl2pPr>
            <a:lvl3pPr indent="-298450" lvl="2" marL="1371600">
              <a:spcBef>
                <a:spcPts val="0"/>
              </a:spcBef>
              <a:spcAft>
                <a:spcPts val="0"/>
              </a:spcAft>
              <a:buSzPts val="1100"/>
              <a:buFont typeface="Nunito"/>
              <a:buChar char="■"/>
              <a:defRPr sz="1100">
                <a:latin typeface="Nunito"/>
                <a:ea typeface="Nunito"/>
                <a:cs typeface="Nunito"/>
                <a:sym typeface="Nunito"/>
              </a:defRPr>
            </a:lvl3pPr>
            <a:lvl4pPr indent="-298450" lvl="3" marL="1828800">
              <a:spcBef>
                <a:spcPts val="0"/>
              </a:spcBef>
              <a:spcAft>
                <a:spcPts val="0"/>
              </a:spcAft>
              <a:buSzPts val="1100"/>
              <a:buFont typeface="Nunito"/>
              <a:buChar char="●"/>
              <a:defRPr sz="1100">
                <a:latin typeface="Nunito"/>
                <a:ea typeface="Nunito"/>
                <a:cs typeface="Nunito"/>
                <a:sym typeface="Nunito"/>
              </a:defRPr>
            </a:lvl4pPr>
            <a:lvl5pPr indent="-298450" lvl="4" marL="2286000">
              <a:spcBef>
                <a:spcPts val="0"/>
              </a:spcBef>
              <a:spcAft>
                <a:spcPts val="0"/>
              </a:spcAft>
              <a:buSzPts val="1100"/>
              <a:buFont typeface="Nunito"/>
              <a:buChar char="○"/>
              <a:defRPr sz="1100">
                <a:latin typeface="Nunito"/>
                <a:ea typeface="Nunito"/>
                <a:cs typeface="Nunito"/>
                <a:sym typeface="Nunito"/>
              </a:defRPr>
            </a:lvl5pPr>
            <a:lvl6pPr indent="-298450" lvl="5" marL="2743200">
              <a:spcBef>
                <a:spcPts val="0"/>
              </a:spcBef>
              <a:spcAft>
                <a:spcPts val="0"/>
              </a:spcAft>
              <a:buSzPts val="1100"/>
              <a:buFont typeface="Nunito"/>
              <a:buChar char="■"/>
              <a:defRPr sz="1100">
                <a:latin typeface="Nunito"/>
                <a:ea typeface="Nunito"/>
                <a:cs typeface="Nunito"/>
                <a:sym typeface="Nunito"/>
              </a:defRPr>
            </a:lvl6pPr>
            <a:lvl7pPr indent="-298450" lvl="6" marL="3200400">
              <a:spcBef>
                <a:spcPts val="0"/>
              </a:spcBef>
              <a:spcAft>
                <a:spcPts val="0"/>
              </a:spcAft>
              <a:buSzPts val="1100"/>
              <a:buFont typeface="Nunito"/>
              <a:buChar char="●"/>
              <a:defRPr sz="1100">
                <a:latin typeface="Nunito"/>
                <a:ea typeface="Nunito"/>
                <a:cs typeface="Nunito"/>
                <a:sym typeface="Nunito"/>
              </a:defRPr>
            </a:lvl7pPr>
            <a:lvl8pPr indent="-298450" lvl="7" marL="3657600">
              <a:spcBef>
                <a:spcPts val="0"/>
              </a:spcBef>
              <a:spcAft>
                <a:spcPts val="0"/>
              </a:spcAft>
              <a:buSzPts val="1100"/>
              <a:buFont typeface="Nunito"/>
              <a:buChar char="○"/>
              <a:defRPr sz="1100">
                <a:latin typeface="Nunito"/>
                <a:ea typeface="Nunito"/>
                <a:cs typeface="Nunito"/>
                <a:sym typeface="Nunito"/>
              </a:defRPr>
            </a:lvl8pPr>
            <a:lvl9pPr indent="-298450" lvl="8" marL="4114800">
              <a:spcBef>
                <a:spcPts val="0"/>
              </a:spcBef>
              <a:spcAft>
                <a:spcPts val="0"/>
              </a:spcAft>
              <a:buSzPts val="1100"/>
              <a:buFont typeface="Nunito"/>
              <a:buChar char="■"/>
              <a:defRPr sz="1100">
                <a:latin typeface="Nunito"/>
                <a:ea typeface="Nunito"/>
                <a:cs typeface="Nunito"/>
                <a:sym typeface="Nunito"/>
              </a:defRPr>
            </a:lvl9pPr>
          </a:lstStyle>
          <a:p/>
        </p:txBody>
      </p:sp>
      <p:sp>
        <p:nvSpPr>
          <p:cNvPr id="34" name="Google Shape;34;p2"/>
          <p:cNvSpPr txBox="1"/>
          <p:nvPr>
            <p:ph idx="8" type="body"/>
          </p:nvPr>
        </p:nvSpPr>
        <p:spPr>
          <a:xfrm>
            <a:off x="180950" y="9574775"/>
            <a:ext cx="7379100" cy="7416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Font typeface="Nunito"/>
              <a:buChar char="●"/>
              <a:defRPr sz="1100">
                <a:latin typeface="Nunito"/>
                <a:ea typeface="Nunito"/>
                <a:cs typeface="Nunito"/>
                <a:sym typeface="Nunito"/>
              </a:defRPr>
            </a:lvl1pPr>
            <a:lvl2pPr indent="-298450" lvl="1" marL="914400">
              <a:spcBef>
                <a:spcPts val="0"/>
              </a:spcBef>
              <a:spcAft>
                <a:spcPts val="0"/>
              </a:spcAft>
              <a:buSzPts val="1100"/>
              <a:buFont typeface="Nunito"/>
              <a:buChar char="○"/>
              <a:defRPr sz="1100">
                <a:latin typeface="Nunito"/>
                <a:ea typeface="Nunito"/>
                <a:cs typeface="Nunito"/>
                <a:sym typeface="Nunito"/>
              </a:defRPr>
            </a:lvl2pPr>
            <a:lvl3pPr indent="-298450" lvl="2" marL="1371600">
              <a:spcBef>
                <a:spcPts val="0"/>
              </a:spcBef>
              <a:spcAft>
                <a:spcPts val="0"/>
              </a:spcAft>
              <a:buSzPts val="1100"/>
              <a:buFont typeface="Nunito"/>
              <a:buChar char="■"/>
              <a:defRPr sz="1100">
                <a:latin typeface="Nunito"/>
                <a:ea typeface="Nunito"/>
                <a:cs typeface="Nunito"/>
                <a:sym typeface="Nunito"/>
              </a:defRPr>
            </a:lvl3pPr>
            <a:lvl4pPr indent="-298450" lvl="3" marL="1828800">
              <a:spcBef>
                <a:spcPts val="0"/>
              </a:spcBef>
              <a:spcAft>
                <a:spcPts val="0"/>
              </a:spcAft>
              <a:buSzPts val="1100"/>
              <a:buFont typeface="Nunito"/>
              <a:buChar char="●"/>
              <a:defRPr sz="1100">
                <a:latin typeface="Nunito"/>
                <a:ea typeface="Nunito"/>
                <a:cs typeface="Nunito"/>
                <a:sym typeface="Nunito"/>
              </a:defRPr>
            </a:lvl4pPr>
            <a:lvl5pPr indent="-298450" lvl="4" marL="2286000">
              <a:spcBef>
                <a:spcPts val="0"/>
              </a:spcBef>
              <a:spcAft>
                <a:spcPts val="0"/>
              </a:spcAft>
              <a:buSzPts val="1100"/>
              <a:buFont typeface="Nunito"/>
              <a:buChar char="○"/>
              <a:defRPr sz="1100">
                <a:latin typeface="Nunito"/>
                <a:ea typeface="Nunito"/>
                <a:cs typeface="Nunito"/>
                <a:sym typeface="Nunito"/>
              </a:defRPr>
            </a:lvl5pPr>
            <a:lvl6pPr indent="-298450" lvl="5" marL="2743200">
              <a:spcBef>
                <a:spcPts val="0"/>
              </a:spcBef>
              <a:spcAft>
                <a:spcPts val="0"/>
              </a:spcAft>
              <a:buSzPts val="1100"/>
              <a:buFont typeface="Nunito"/>
              <a:buChar char="■"/>
              <a:defRPr sz="1100">
                <a:latin typeface="Nunito"/>
                <a:ea typeface="Nunito"/>
                <a:cs typeface="Nunito"/>
                <a:sym typeface="Nunito"/>
              </a:defRPr>
            </a:lvl6pPr>
            <a:lvl7pPr indent="-298450" lvl="6" marL="3200400">
              <a:spcBef>
                <a:spcPts val="0"/>
              </a:spcBef>
              <a:spcAft>
                <a:spcPts val="0"/>
              </a:spcAft>
              <a:buSzPts val="1100"/>
              <a:buFont typeface="Nunito"/>
              <a:buChar char="●"/>
              <a:defRPr sz="1100">
                <a:latin typeface="Nunito"/>
                <a:ea typeface="Nunito"/>
                <a:cs typeface="Nunito"/>
                <a:sym typeface="Nunito"/>
              </a:defRPr>
            </a:lvl7pPr>
            <a:lvl8pPr indent="-298450" lvl="7" marL="3657600">
              <a:spcBef>
                <a:spcPts val="0"/>
              </a:spcBef>
              <a:spcAft>
                <a:spcPts val="0"/>
              </a:spcAft>
              <a:buSzPts val="1100"/>
              <a:buFont typeface="Nunito"/>
              <a:buChar char="○"/>
              <a:defRPr sz="1100">
                <a:latin typeface="Nunito"/>
                <a:ea typeface="Nunito"/>
                <a:cs typeface="Nunito"/>
                <a:sym typeface="Nunito"/>
              </a:defRPr>
            </a:lvl8pPr>
            <a:lvl9pPr indent="-298450" lvl="8" marL="4114800">
              <a:spcBef>
                <a:spcPts val="0"/>
              </a:spcBef>
              <a:spcAft>
                <a:spcPts val="0"/>
              </a:spcAft>
              <a:buSzPts val="1100"/>
              <a:buFont typeface="Nunito"/>
              <a:buChar char="■"/>
              <a:defRPr sz="1100">
                <a:latin typeface="Nunito"/>
                <a:ea typeface="Nunito"/>
                <a:cs typeface="Nunito"/>
                <a:sym typeface="Nunito"/>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p:nvPr/>
        </p:nvSpPr>
        <p:spPr>
          <a:xfrm>
            <a:off x="0" y="0"/>
            <a:ext cx="7560000" cy="804300"/>
          </a:xfrm>
          <a:prstGeom prst="rect">
            <a:avLst/>
          </a:prstGeom>
          <a:solidFill>
            <a:srgbClr val="1BB31B"/>
          </a:solidFill>
          <a:ln cap="flat" cmpd="sng" w="19050">
            <a:solidFill>
              <a:srgbClr val="1BB31B"/>
            </a:solidFill>
            <a:prstDash val="solid"/>
            <a:round/>
            <a:headEnd len="sm" w="sm" type="none"/>
            <a:tailEnd len="sm" w="sm" type="none"/>
          </a:ln>
        </p:spPr>
        <p:txBody>
          <a:bodyPr anchorCtr="0" anchor="ctr" bIns="125775" lIns="125775" spcFirstLastPara="1" rIns="125775" wrap="square" tIns="125775">
            <a:noAutofit/>
          </a:bodyPr>
          <a:lstStyle/>
          <a:p>
            <a:pPr indent="0" lvl="0" marL="0" rtl="0" algn="l">
              <a:spcBef>
                <a:spcPts val="0"/>
              </a:spcBef>
              <a:spcAft>
                <a:spcPts val="0"/>
              </a:spcAft>
              <a:buNone/>
            </a:pPr>
            <a:r>
              <a:t/>
            </a:r>
            <a:endParaRPr/>
          </a:p>
        </p:txBody>
      </p:sp>
      <p:sp>
        <p:nvSpPr>
          <p:cNvPr id="7" name="Google Shape;7;p1"/>
          <p:cNvSpPr txBox="1"/>
          <p:nvPr/>
        </p:nvSpPr>
        <p:spPr>
          <a:xfrm>
            <a:off x="-29949" y="-23690"/>
            <a:ext cx="2252400" cy="900600"/>
          </a:xfrm>
          <a:prstGeom prst="rect">
            <a:avLst/>
          </a:prstGeom>
          <a:noFill/>
          <a:ln>
            <a:noFill/>
          </a:ln>
        </p:spPr>
        <p:txBody>
          <a:bodyPr anchorCtr="0" anchor="t" bIns="125775" lIns="125775" spcFirstLastPara="1" rIns="125775" wrap="square" tIns="125775">
            <a:spAutoFit/>
          </a:bodyPr>
          <a:lstStyle/>
          <a:p>
            <a:pPr indent="0" lvl="0" marL="0" rtl="0" algn="l">
              <a:spcBef>
                <a:spcPts val="0"/>
              </a:spcBef>
              <a:spcAft>
                <a:spcPts val="0"/>
              </a:spcAft>
              <a:buNone/>
            </a:pPr>
            <a:r>
              <a:rPr b="1" lang="en-GB" sz="1400">
                <a:solidFill>
                  <a:srgbClr val="FFFFFF"/>
                </a:solidFill>
                <a:latin typeface="Nunito"/>
                <a:ea typeface="Nunito"/>
                <a:cs typeface="Nunito"/>
                <a:sym typeface="Nunito"/>
              </a:rPr>
              <a:t>Data Platform </a:t>
            </a:r>
            <a:br>
              <a:rPr b="1" lang="en-GB" sz="1400">
                <a:solidFill>
                  <a:srgbClr val="FFFFFF"/>
                </a:solidFill>
                <a:latin typeface="Nunito"/>
                <a:ea typeface="Nunito"/>
                <a:cs typeface="Nunito"/>
                <a:sym typeface="Nunito"/>
              </a:rPr>
            </a:br>
            <a:r>
              <a:rPr b="1" lang="en-GB">
                <a:solidFill>
                  <a:srgbClr val="FFFFFF"/>
                </a:solidFill>
                <a:latin typeface="Nunito"/>
                <a:ea typeface="Nunito"/>
                <a:cs typeface="Nunito"/>
                <a:sym typeface="Nunito"/>
              </a:rPr>
              <a:t>Capability</a:t>
            </a:r>
            <a:br>
              <a:rPr b="1" lang="en-GB" sz="1400">
                <a:solidFill>
                  <a:srgbClr val="FFFFFF"/>
                </a:solidFill>
                <a:latin typeface="Nunito"/>
                <a:ea typeface="Nunito"/>
                <a:cs typeface="Nunito"/>
                <a:sym typeface="Nunito"/>
              </a:rPr>
            </a:br>
            <a:r>
              <a:rPr b="1" lang="en-GB" sz="1400">
                <a:solidFill>
                  <a:srgbClr val="FFFFFF"/>
                </a:solidFill>
                <a:latin typeface="Nunito"/>
                <a:ea typeface="Nunito"/>
                <a:cs typeface="Nunito"/>
                <a:sym typeface="Nunito"/>
              </a:rPr>
              <a:t>Press Release</a:t>
            </a:r>
            <a:endParaRPr b="1" sz="1400">
              <a:solidFill>
                <a:srgbClr val="FFFFFF"/>
              </a:solidFill>
              <a:latin typeface="Nunito"/>
              <a:ea typeface="Nunito"/>
              <a:cs typeface="Nunito"/>
              <a:sym typeface="Nunito"/>
            </a:endParaRPr>
          </a:p>
        </p:txBody>
      </p:sp>
      <p:sp>
        <p:nvSpPr>
          <p:cNvPr id="8" name="Google Shape;8;p1"/>
          <p:cNvSpPr/>
          <p:nvPr/>
        </p:nvSpPr>
        <p:spPr>
          <a:xfrm>
            <a:off x="0" y="810850"/>
            <a:ext cx="7560000" cy="701400"/>
          </a:xfrm>
          <a:prstGeom prst="rect">
            <a:avLst/>
          </a:prstGeom>
          <a:noFill/>
          <a:ln cap="flat" cmpd="sng" w="19050">
            <a:solidFill>
              <a:srgbClr val="666666"/>
            </a:solidFill>
            <a:prstDash val="solid"/>
            <a:round/>
            <a:headEnd len="sm" w="sm" type="none"/>
            <a:tailEnd len="sm" w="sm" type="none"/>
          </a:ln>
        </p:spPr>
        <p:txBody>
          <a:bodyPr anchorCtr="0" anchor="ctr" bIns="125775" lIns="125775" spcFirstLastPara="1" rIns="125775" wrap="square" tIns="125775">
            <a:noAutofit/>
          </a:bodyPr>
          <a:lstStyle/>
          <a:p>
            <a:pPr indent="0" lvl="0" marL="0" rtl="0" algn="l">
              <a:spcBef>
                <a:spcPts val="0"/>
              </a:spcBef>
              <a:spcAft>
                <a:spcPts val="0"/>
              </a:spcAft>
              <a:buNone/>
            </a:pPr>
            <a:r>
              <a:t/>
            </a:r>
            <a:endParaRPr/>
          </a:p>
        </p:txBody>
      </p:sp>
      <p:sp>
        <p:nvSpPr>
          <p:cNvPr id="9" name="Google Shape;9;p1"/>
          <p:cNvSpPr txBox="1"/>
          <p:nvPr/>
        </p:nvSpPr>
        <p:spPr>
          <a:xfrm>
            <a:off x="53175" y="782140"/>
            <a:ext cx="1911300" cy="438900"/>
          </a:xfrm>
          <a:prstGeom prst="rect">
            <a:avLst/>
          </a:prstGeom>
          <a:noFill/>
          <a:ln>
            <a:noFill/>
          </a:ln>
        </p:spPr>
        <p:txBody>
          <a:bodyPr anchorCtr="0" anchor="t" bIns="125775" lIns="125775" spcFirstLastPara="1" rIns="125775" wrap="square" tIns="125775">
            <a:spAutoFit/>
          </a:bodyPr>
          <a:lstStyle/>
          <a:p>
            <a:pPr indent="0" lvl="0" marL="0" rtl="0" algn="l">
              <a:spcBef>
                <a:spcPts val="0"/>
              </a:spcBef>
              <a:spcAft>
                <a:spcPts val="0"/>
              </a:spcAft>
              <a:buNone/>
            </a:pPr>
            <a:r>
              <a:rPr b="1" lang="en-GB" sz="1200">
                <a:solidFill>
                  <a:srgbClr val="1BB31B"/>
                </a:solidFill>
                <a:latin typeface="Nunito"/>
                <a:ea typeface="Nunito"/>
                <a:cs typeface="Nunito"/>
                <a:sym typeface="Nunito"/>
              </a:rPr>
              <a:t>Headline</a:t>
            </a:r>
            <a:endParaRPr b="1" sz="1200">
              <a:solidFill>
                <a:srgbClr val="1BB31B"/>
              </a:solidFill>
              <a:latin typeface="Nunito"/>
              <a:ea typeface="Nunito"/>
              <a:cs typeface="Nunito"/>
              <a:sym typeface="Nunito"/>
            </a:endParaRPr>
          </a:p>
        </p:txBody>
      </p:sp>
      <p:sp>
        <p:nvSpPr>
          <p:cNvPr id="10" name="Google Shape;10;p1"/>
          <p:cNvSpPr/>
          <p:nvPr/>
        </p:nvSpPr>
        <p:spPr>
          <a:xfrm>
            <a:off x="0" y="1530417"/>
            <a:ext cx="7560000" cy="1733400"/>
          </a:xfrm>
          <a:prstGeom prst="rect">
            <a:avLst/>
          </a:prstGeom>
          <a:noFill/>
          <a:ln cap="flat" cmpd="sng" w="19050">
            <a:solidFill>
              <a:srgbClr val="666666"/>
            </a:solidFill>
            <a:prstDash val="solid"/>
            <a:round/>
            <a:headEnd len="sm" w="sm" type="none"/>
            <a:tailEnd len="sm" w="sm" type="none"/>
          </a:ln>
        </p:spPr>
        <p:txBody>
          <a:bodyPr anchorCtr="0" anchor="ctr" bIns="125775" lIns="125775" spcFirstLastPara="1" rIns="125775" wrap="square" tIns="125775">
            <a:noAutofit/>
          </a:bodyPr>
          <a:lstStyle/>
          <a:p>
            <a:pPr indent="0" lvl="0" marL="0" rtl="0" algn="l">
              <a:spcBef>
                <a:spcPts val="0"/>
              </a:spcBef>
              <a:spcAft>
                <a:spcPts val="0"/>
              </a:spcAft>
              <a:buNone/>
            </a:pPr>
            <a:r>
              <a:t/>
            </a:r>
            <a:endParaRPr/>
          </a:p>
        </p:txBody>
      </p:sp>
      <p:sp>
        <p:nvSpPr>
          <p:cNvPr id="11" name="Google Shape;11;p1"/>
          <p:cNvSpPr txBox="1"/>
          <p:nvPr/>
        </p:nvSpPr>
        <p:spPr>
          <a:xfrm>
            <a:off x="61200" y="1512262"/>
            <a:ext cx="1911300" cy="438900"/>
          </a:xfrm>
          <a:prstGeom prst="rect">
            <a:avLst/>
          </a:prstGeom>
          <a:noFill/>
          <a:ln>
            <a:noFill/>
          </a:ln>
        </p:spPr>
        <p:txBody>
          <a:bodyPr anchorCtr="0" anchor="t" bIns="125775" lIns="125775" spcFirstLastPara="1" rIns="125775" wrap="square" tIns="125775">
            <a:spAutoFit/>
          </a:bodyPr>
          <a:lstStyle/>
          <a:p>
            <a:pPr indent="0" lvl="0" marL="0" rtl="0" algn="l">
              <a:spcBef>
                <a:spcPts val="0"/>
              </a:spcBef>
              <a:spcAft>
                <a:spcPts val="0"/>
              </a:spcAft>
              <a:buNone/>
            </a:pPr>
            <a:r>
              <a:rPr b="1" lang="en-GB" sz="1200">
                <a:solidFill>
                  <a:srgbClr val="1BB31B"/>
                </a:solidFill>
                <a:latin typeface="Nunito"/>
                <a:ea typeface="Nunito"/>
                <a:cs typeface="Nunito"/>
                <a:sym typeface="Nunito"/>
              </a:rPr>
              <a:t>Introduction</a:t>
            </a:r>
            <a:endParaRPr b="1" sz="1200">
              <a:solidFill>
                <a:srgbClr val="1BB31B"/>
              </a:solidFill>
              <a:latin typeface="Nunito"/>
              <a:ea typeface="Nunito"/>
              <a:cs typeface="Nunito"/>
              <a:sym typeface="Nunito"/>
            </a:endParaRPr>
          </a:p>
        </p:txBody>
      </p:sp>
      <p:sp>
        <p:nvSpPr>
          <p:cNvPr id="12" name="Google Shape;12;p1"/>
          <p:cNvSpPr txBox="1"/>
          <p:nvPr/>
        </p:nvSpPr>
        <p:spPr>
          <a:xfrm>
            <a:off x="1069073" y="10374150"/>
            <a:ext cx="6389400" cy="377100"/>
          </a:xfrm>
          <a:prstGeom prst="rect">
            <a:avLst/>
          </a:prstGeom>
          <a:noFill/>
          <a:ln>
            <a:noFill/>
          </a:ln>
        </p:spPr>
        <p:txBody>
          <a:bodyPr anchorCtr="0" anchor="t" bIns="125775" lIns="125775" spcFirstLastPara="1" rIns="125775" wrap="square" tIns="125775">
            <a:spAutoFit/>
          </a:bodyPr>
          <a:lstStyle/>
          <a:p>
            <a:pPr indent="0" lvl="0" marL="0" rtl="0" algn="l">
              <a:spcBef>
                <a:spcPts val="0"/>
              </a:spcBef>
              <a:spcAft>
                <a:spcPts val="0"/>
              </a:spcAft>
              <a:buNone/>
            </a:pPr>
            <a:r>
              <a:rPr lang="en-GB" sz="800">
                <a:solidFill>
                  <a:srgbClr val="7F7F7F"/>
                </a:solidFill>
              </a:rPr>
              <a:t>This work is licensed under</a:t>
            </a:r>
            <a:r>
              <a:rPr lang="en-GB" sz="800">
                <a:solidFill>
                  <a:srgbClr val="7F7F7F"/>
                </a:solidFill>
                <a:highlight>
                  <a:srgbClr val="FFFFFF"/>
                </a:highlight>
              </a:rPr>
              <a:t> </a:t>
            </a:r>
            <a:r>
              <a:rPr lang="en-GB" sz="800">
                <a:solidFill>
                  <a:srgbClr val="7F7F7F"/>
                </a:solidFill>
              </a:rPr>
              <a:t>CC BY-SA 4.0. To view a copy of this license, visit  http://creativecommons.org/licenses/by-sa/4.0/</a:t>
            </a:r>
            <a:endParaRPr sz="800">
              <a:solidFill>
                <a:srgbClr val="7F7F7F"/>
              </a:solidFill>
              <a:latin typeface="Nunito"/>
              <a:ea typeface="Nunito"/>
              <a:cs typeface="Nunito"/>
              <a:sym typeface="Nunito"/>
            </a:endParaRPr>
          </a:p>
        </p:txBody>
      </p:sp>
      <p:pic>
        <p:nvPicPr>
          <p:cNvPr id="13" name="Google Shape;13;p1"/>
          <p:cNvPicPr preferRelativeResize="0"/>
          <p:nvPr/>
        </p:nvPicPr>
        <p:blipFill>
          <a:blip r:embed="rId1">
            <a:alphaModFix/>
          </a:blip>
          <a:stretch>
            <a:fillRect/>
          </a:stretch>
        </p:blipFill>
        <p:spPr>
          <a:xfrm>
            <a:off x="53173" y="10431135"/>
            <a:ext cx="614452" cy="214998"/>
          </a:xfrm>
          <a:prstGeom prst="rect">
            <a:avLst/>
          </a:prstGeom>
          <a:noFill/>
          <a:ln>
            <a:noFill/>
          </a:ln>
        </p:spPr>
      </p:pic>
      <p:sp>
        <p:nvSpPr>
          <p:cNvPr id="14" name="Google Shape;14;p1"/>
          <p:cNvSpPr/>
          <p:nvPr/>
        </p:nvSpPr>
        <p:spPr>
          <a:xfrm>
            <a:off x="1745849" y="326950"/>
            <a:ext cx="5712600" cy="383700"/>
          </a:xfrm>
          <a:prstGeom prst="rect">
            <a:avLst/>
          </a:prstGeom>
          <a:solidFill>
            <a:srgbClr val="FFFFFF"/>
          </a:solidFill>
          <a:ln>
            <a:noFill/>
          </a:ln>
        </p:spPr>
        <p:txBody>
          <a:bodyPr anchorCtr="0" anchor="ctr" bIns="125775" lIns="125775" spcFirstLastPara="1" rIns="125775" wrap="square" tIns="125775">
            <a:noAutofit/>
          </a:bodyPr>
          <a:lstStyle/>
          <a:p>
            <a:pPr indent="0" lvl="0" marL="0" rtl="0" algn="l">
              <a:spcBef>
                <a:spcPts val="0"/>
              </a:spcBef>
              <a:spcAft>
                <a:spcPts val="0"/>
              </a:spcAft>
              <a:buNone/>
            </a:pPr>
            <a:r>
              <a:t/>
            </a:r>
            <a:endParaRPr/>
          </a:p>
        </p:txBody>
      </p:sp>
      <p:sp>
        <p:nvSpPr>
          <p:cNvPr id="15" name="Google Shape;15;p1"/>
          <p:cNvSpPr txBox="1"/>
          <p:nvPr/>
        </p:nvSpPr>
        <p:spPr>
          <a:xfrm>
            <a:off x="1669655" y="-41226"/>
            <a:ext cx="1911300" cy="438900"/>
          </a:xfrm>
          <a:prstGeom prst="rect">
            <a:avLst/>
          </a:prstGeom>
          <a:noFill/>
          <a:ln>
            <a:noFill/>
          </a:ln>
        </p:spPr>
        <p:txBody>
          <a:bodyPr anchorCtr="0" anchor="t" bIns="125775" lIns="125775" spcFirstLastPara="1" rIns="125775" wrap="square" tIns="125775">
            <a:spAutoFit/>
          </a:bodyPr>
          <a:lstStyle/>
          <a:p>
            <a:pPr indent="0" lvl="0" marL="0" rtl="0" algn="l">
              <a:spcBef>
                <a:spcPts val="0"/>
              </a:spcBef>
              <a:spcAft>
                <a:spcPts val="0"/>
              </a:spcAft>
              <a:buNone/>
            </a:pPr>
            <a:r>
              <a:rPr b="1" lang="en-GB" sz="1200">
                <a:solidFill>
                  <a:srgbClr val="FFFFFF"/>
                </a:solidFill>
                <a:latin typeface="Nunito"/>
                <a:ea typeface="Nunito"/>
                <a:cs typeface="Nunito"/>
                <a:sym typeface="Nunito"/>
              </a:rPr>
              <a:t>Feature </a:t>
            </a:r>
            <a:r>
              <a:rPr b="1" lang="en-GB" sz="1200">
                <a:solidFill>
                  <a:srgbClr val="FFFFFF"/>
                </a:solidFill>
                <a:latin typeface="Nunito"/>
                <a:ea typeface="Nunito"/>
                <a:cs typeface="Nunito"/>
                <a:sym typeface="Nunito"/>
              </a:rPr>
              <a:t>Name</a:t>
            </a:r>
            <a:endParaRPr b="1" sz="1200">
              <a:solidFill>
                <a:srgbClr val="FFFFFF"/>
              </a:solidFill>
              <a:latin typeface="Nunito"/>
              <a:ea typeface="Nunito"/>
              <a:cs typeface="Nunito"/>
              <a:sym typeface="Nunito"/>
            </a:endParaRPr>
          </a:p>
        </p:txBody>
      </p:sp>
      <p:sp>
        <p:nvSpPr>
          <p:cNvPr id="16" name="Google Shape;16;p1"/>
          <p:cNvSpPr/>
          <p:nvPr/>
        </p:nvSpPr>
        <p:spPr>
          <a:xfrm>
            <a:off x="0" y="3282000"/>
            <a:ext cx="7560000" cy="1820400"/>
          </a:xfrm>
          <a:prstGeom prst="rect">
            <a:avLst/>
          </a:prstGeom>
          <a:noFill/>
          <a:ln cap="flat" cmpd="sng" w="19050">
            <a:solidFill>
              <a:srgbClr val="666666"/>
            </a:solidFill>
            <a:prstDash val="solid"/>
            <a:round/>
            <a:headEnd len="sm" w="sm" type="none"/>
            <a:tailEnd len="sm" w="sm" type="none"/>
          </a:ln>
        </p:spPr>
        <p:txBody>
          <a:bodyPr anchorCtr="0" anchor="ctr" bIns="125775" lIns="125775" spcFirstLastPara="1" rIns="125775" wrap="square" tIns="125775">
            <a:noAutofit/>
          </a:bodyPr>
          <a:lstStyle/>
          <a:p>
            <a:pPr indent="0" lvl="0" marL="0" rtl="0" algn="l">
              <a:spcBef>
                <a:spcPts val="0"/>
              </a:spcBef>
              <a:spcAft>
                <a:spcPts val="0"/>
              </a:spcAft>
              <a:buNone/>
            </a:pPr>
            <a:r>
              <a:t/>
            </a:r>
            <a:endParaRPr/>
          </a:p>
        </p:txBody>
      </p:sp>
      <p:sp>
        <p:nvSpPr>
          <p:cNvPr id="17" name="Google Shape;17;p1"/>
          <p:cNvSpPr txBox="1"/>
          <p:nvPr/>
        </p:nvSpPr>
        <p:spPr>
          <a:xfrm>
            <a:off x="53175" y="3291387"/>
            <a:ext cx="1911300" cy="438900"/>
          </a:xfrm>
          <a:prstGeom prst="rect">
            <a:avLst/>
          </a:prstGeom>
          <a:noFill/>
          <a:ln>
            <a:noFill/>
          </a:ln>
        </p:spPr>
        <p:txBody>
          <a:bodyPr anchorCtr="0" anchor="t" bIns="125775" lIns="125775" spcFirstLastPara="1" rIns="125775" wrap="square" tIns="125775">
            <a:spAutoFit/>
          </a:bodyPr>
          <a:lstStyle/>
          <a:p>
            <a:pPr indent="0" lvl="0" marL="0" rtl="0" algn="l">
              <a:spcBef>
                <a:spcPts val="0"/>
              </a:spcBef>
              <a:spcAft>
                <a:spcPts val="0"/>
              </a:spcAft>
              <a:buNone/>
            </a:pPr>
            <a:r>
              <a:rPr b="1" lang="en-GB" sz="1200">
                <a:solidFill>
                  <a:srgbClr val="1BB31B"/>
                </a:solidFill>
                <a:latin typeface="Nunito"/>
                <a:ea typeface="Nunito"/>
                <a:cs typeface="Nunito"/>
                <a:sym typeface="Nunito"/>
              </a:rPr>
              <a:t>Problem</a:t>
            </a:r>
            <a:endParaRPr b="1" sz="1200">
              <a:solidFill>
                <a:srgbClr val="1BB31B"/>
              </a:solidFill>
              <a:latin typeface="Nunito"/>
              <a:ea typeface="Nunito"/>
              <a:cs typeface="Nunito"/>
              <a:sym typeface="Nunito"/>
            </a:endParaRPr>
          </a:p>
        </p:txBody>
      </p:sp>
      <p:sp>
        <p:nvSpPr>
          <p:cNvPr id="18" name="Google Shape;18;p1"/>
          <p:cNvSpPr/>
          <p:nvPr/>
        </p:nvSpPr>
        <p:spPr>
          <a:xfrm>
            <a:off x="0" y="5120575"/>
            <a:ext cx="7560000" cy="1820400"/>
          </a:xfrm>
          <a:prstGeom prst="rect">
            <a:avLst/>
          </a:prstGeom>
          <a:noFill/>
          <a:ln cap="flat" cmpd="sng" w="19050">
            <a:solidFill>
              <a:srgbClr val="666666"/>
            </a:solidFill>
            <a:prstDash val="solid"/>
            <a:round/>
            <a:headEnd len="sm" w="sm" type="none"/>
            <a:tailEnd len="sm" w="sm" type="none"/>
          </a:ln>
        </p:spPr>
        <p:txBody>
          <a:bodyPr anchorCtr="0" anchor="ctr" bIns="125775" lIns="125775" spcFirstLastPara="1" rIns="125775" wrap="square" tIns="125775">
            <a:noAutofit/>
          </a:bodyPr>
          <a:lstStyle/>
          <a:p>
            <a:pPr indent="0" lvl="0" marL="0" rtl="0" algn="l">
              <a:spcBef>
                <a:spcPts val="0"/>
              </a:spcBef>
              <a:spcAft>
                <a:spcPts val="0"/>
              </a:spcAft>
              <a:buNone/>
            </a:pPr>
            <a:r>
              <a:t/>
            </a:r>
            <a:endParaRPr/>
          </a:p>
        </p:txBody>
      </p:sp>
      <p:sp>
        <p:nvSpPr>
          <p:cNvPr id="19" name="Google Shape;19;p1"/>
          <p:cNvSpPr txBox="1"/>
          <p:nvPr/>
        </p:nvSpPr>
        <p:spPr>
          <a:xfrm>
            <a:off x="23225" y="5130787"/>
            <a:ext cx="1911300" cy="438900"/>
          </a:xfrm>
          <a:prstGeom prst="rect">
            <a:avLst/>
          </a:prstGeom>
          <a:noFill/>
          <a:ln>
            <a:noFill/>
          </a:ln>
        </p:spPr>
        <p:txBody>
          <a:bodyPr anchorCtr="0" anchor="t" bIns="125775" lIns="125775" spcFirstLastPara="1" rIns="125775" wrap="square" tIns="125775">
            <a:spAutoFit/>
          </a:bodyPr>
          <a:lstStyle/>
          <a:p>
            <a:pPr indent="0" lvl="0" marL="0" rtl="0" algn="l">
              <a:spcBef>
                <a:spcPts val="0"/>
              </a:spcBef>
              <a:spcAft>
                <a:spcPts val="0"/>
              </a:spcAft>
              <a:buNone/>
            </a:pPr>
            <a:r>
              <a:rPr b="1" lang="en-GB" sz="1200">
                <a:solidFill>
                  <a:srgbClr val="1BB31B"/>
                </a:solidFill>
                <a:latin typeface="Nunito"/>
                <a:ea typeface="Nunito"/>
                <a:cs typeface="Nunito"/>
                <a:sym typeface="Nunito"/>
              </a:rPr>
              <a:t>Solution</a:t>
            </a:r>
            <a:endParaRPr b="1" sz="1200">
              <a:solidFill>
                <a:srgbClr val="1BB31B"/>
              </a:solidFill>
              <a:latin typeface="Nunito"/>
              <a:ea typeface="Nunito"/>
              <a:cs typeface="Nunito"/>
              <a:sym typeface="Nunito"/>
            </a:endParaRPr>
          </a:p>
        </p:txBody>
      </p:sp>
      <p:sp>
        <p:nvSpPr>
          <p:cNvPr id="20" name="Google Shape;20;p1"/>
          <p:cNvSpPr/>
          <p:nvPr/>
        </p:nvSpPr>
        <p:spPr>
          <a:xfrm>
            <a:off x="0" y="6959150"/>
            <a:ext cx="3781200" cy="2250300"/>
          </a:xfrm>
          <a:prstGeom prst="rect">
            <a:avLst/>
          </a:prstGeom>
          <a:noFill/>
          <a:ln cap="flat" cmpd="sng" w="19050">
            <a:solidFill>
              <a:srgbClr val="666666"/>
            </a:solidFill>
            <a:prstDash val="solid"/>
            <a:round/>
            <a:headEnd len="sm" w="sm" type="none"/>
            <a:tailEnd len="sm" w="sm" type="none"/>
          </a:ln>
        </p:spPr>
        <p:txBody>
          <a:bodyPr anchorCtr="0" anchor="ctr" bIns="125775" lIns="125775" spcFirstLastPara="1" rIns="125775" wrap="square" tIns="125775">
            <a:noAutofit/>
          </a:bodyPr>
          <a:lstStyle/>
          <a:p>
            <a:pPr indent="0" lvl="0" marL="0" rtl="0" algn="l">
              <a:spcBef>
                <a:spcPts val="0"/>
              </a:spcBef>
              <a:spcAft>
                <a:spcPts val="0"/>
              </a:spcAft>
              <a:buNone/>
            </a:pPr>
            <a:r>
              <a:t/>
            </a:r>
            <a:endParaRPr/>
          </a:p>
        </p:txBody>
      </p:sp>
      <p:sp>
        <p:nvSpPr>
          <p:cNvPr id="21" name="Google Shape;21;p1"/>
          <p:cNvSpPr/>
          <p:nvPr/>
        </p:nvSpPr>
        <p:spPr>
          <a:xfrm>
            <a:off x="3781016" y="6959150"/>
            <a:ext cx="3781200" cy="2250300"/>
          </a:xfrm>
          <a:prstGeom prst="rect">
            <a:avLst/>
          </a:prstGeom>
          <a:noFill/>
          <a:ln cap="flat" cmpd="sng" w="19050">
            <a:solidFill>
              <a:srgbClr val="666666"/>
            </a:solidFill>
            <a:prstDash val="solid"/>
            <a:round/>
            <a:headEnd len="sm" w="sm" type="none"/>
            <a:tailEnd len="sm" w="sm" type="none"/>
          </a:ln>
        </p:spPr>
        <p:txBody>
          <a:bodyPr anchorCtr="0" anchor="ctr" bIns="125775" lIns="125775" spcFirstLastPara="1" rIns="125775" wrap="square" tIns="125775">
            <a:noAutofit/>
          </a:bodyPr>
          <a:lstStyle/>
          <a:p>
            <a:pPr indent="0" lvl="0" marL="0" rtl="0" algn="l">
              <a:spcBef>
                <a:spcPts val="0"/>
              </a:spcBef>
              <a:spcAft>
                <a:spcPts val="0"/>
              </a:spcAft>
              <a:buNone/>
            </a:pPr>
            <a:r>
              <a:t/>
            </a:r>
            <a:endParaRPr/>
          </a:p>
        </p:txBody>
      </p:sp>
      <p:sp>
        <p:nvSpPr>
          <p:cNvPr id="22" name="Google Shape;22;p1"/>
          <p:cNvSpPr txBox="1"/>
          <p:nvPr/>
        </p:nvSpPr>
        <p:spPr>
          <a:xfrm>
            <a:off x="23225" y="6965675"/>
            <a:ext cx="3160800" cy="438900"/>
          </a:xfrm>
          <a:prstGeom prst="rect">
            <a:avLst/>
          </a:prstGeom>
          <a:noFill/>
          <a:ln>
            <a:noFill/>
          </a:ln>
        </p:spPr>
        <p:txBody>
          <a:bodyPr anchorCtr="0" anchor="t" bIns="125775" lIns="125775" spcFirstLastPara="1" rIns="125775" wrap="square" tIns="125775">
            <a:spAutoFit/>
          </a:bodyPr>
          <a:lstStyle/>
          <a:p>
            <a:pPr indent="0" lvl="0" marL="0" rtl="0" algn="l">
              <a:spcBef>
                <a:spcPts val="0"/>
              </a:spcBef>
              <a:spcAft>
                <a:spcPts val="0"/>
              </a:spcAft>
              <a:buNone/>
            </a:pPr>
            <a:r>
              <a:rPr b="1" lang="en-GB" sz="1200">
                <a:solidFill>
                  <a:srgbClr val="1BB31B"/>
                </a:solidFill>
                <a:latin typeface="Nunito"/>
                <a:ea typeface="Nunito"/>
                <a:cs typeface="Nunito"/>
                <a:sym typeface="Nunito"/>
              </a:rPr>
              <a:t>Data Platform Product Manager</a:t>
            </a:r>
            <a:endParaRPr b="1" sz="1200">
              <a:solidFill>
                <a:srgbClr val="1BB31B"/>
              </a:solidFill>
              <a:latin typeface="Nunito"/>
              <a:ea typeface="Nunito"/>
              <a:cs typeface="Nunito"/>
              <a:sym typeface="Nunito"/>
            </a:endParaRPr>
          </a:p>
        </p:txBody>
      </p:sp>
      <p:sp>
        <p:nvSpPr>
          <p:cNvPr id="23" name="Google Shape;23;p1"/>
          <p:cNvSpPr txBox="1"/>
          <p:nvPr/>
        </p:nvSpPr>
        <p:spPr>
          <a:xfrm>
            <a:off x="3773775" y="6965687"/>
            <a:ext cx="1911300" cy="438900"/>
          </a:xfrm>
          <a:prstGeom prst="rect">
            <a:avLst/>
          </a:prstGeom>
          <a:noFill/>
          <a:ln>
            <a:noFill/>
          </a:ln>
        </p:spPr>
        <p:txBody>
          <a:bodyPr anchorCtr="0" anchor="t" bIns="125775" lIns="125775" spcFirstLastPara="1" rIns="125775" wrap="square" tIns="125775">
            <a:spAutoFit/>
          </a:bodyPr>
          <a:lstStyle/>
          <a:p>
            <a:pPr indent="0" lvl="0" marL="0" rtl="0" algn="l">
              <a:spcBef>
                <a:spcPts val="0"/>
              </a:spcBef>
              <a:spcAft>
                <a:spcPts val="0"/>
              </a:spcAft>
              <a:buNone/>
            </a:pPr>
            <a:r>
              <a:rPr b="1" lang="en-GB" sz="1200">
                <a:solidFill>
                  <a:srgbClr val="1BB31B"/>
                </a:solidFill>
                <a:latin typeface="Nunito"/>
                <a:ea typeface="Nunito"/>
                <a:cs typeface="Nunito"/>
                <a:sym typeface="Nunito"/>
              </a:rPr>
              <a:t>Data Platform User</a:t>
            </a:r>
            <a:endParaRPr b="1" sz="1200">
              <a:solidFill>
                <a:srgbClr val="1BB31B"/>
              </a:solidFill>
              <a:latin typeface="Nunito"/>
              <a:ea typeface="Nunito"/>
              <a:cs typeface="Nunito"/>
              <a:sym typeface="Nunito"/>
            </a:endParaRPr>
          </a:p>
        </p:txBody>
      </p:sp>
      <p:sp>
        <p:nvSpPr>
          <p:cNvPr id="24" name="Google Shape;24;p1"/>
          <p:cNvSpPr/>
          <p:nvPr/>
        </p:nvSpPr>
        <p:spPr>
          <a:xfrm>
            <a:off x="0" y="9209450"/>
            <a:ext cx="7560000" cy="1164600"/>
          </a:xfrm>
          <a:prstGeom prst="rect">
            <a:avLst/>
          </a:prstGeom>
          <a:noFill/>
          <a:ln cap="flat" cmpd="sng" w="19050">
            <a:solidFill>
              <a:srgbClr val="666666"/>
            </a:solidFill>
            <a:prstDash val="solid"/>
            <a:round/>
            <a:headEnd len="sm" w="sm" type="none"/>
            <a:tailEnd len="sm" w="sm" type="none"/>
          </a:ln>
        </p:spPr>
        <p:txBody>
          <a:bodyPr anchorCtr="0" anchor="ctr" bIns="125775" lIns="125775" spcFirstLastPara="1" rIns="125775" wrap="square" tIns="125775">
            <a:noAutofit/>
          </a:bodyPr>
          <a:lstStyle/>
          <a:p>
            <a:pPr indent="0" lvl="0" marL="0" rtl="0" algn="l">
              <a:spcBef>
                <a:spcPts val="0"/>
              </a:spcBef>
              <a:spcAft>
                <a:spcPts val="0"/>
              </a:spcAft>
              <a:buNone/>
            </a:pPr>
            <a:r>
              <a:t/>
            </a:r>
            <a:endParaRPr/>
          </a:p>
        </p:txBody>
      </p:sp>
      <p:sp>
        <p:nvSpPr>
          <p:cNvPr id="25" name="Google Shape;25;p1"/>
          <p:cNvSpPr txBox="1"/>
          <p:nvPr/>
        </p:nvSpPr>
        <p:spPr>
          <a:xfrm>
            <a:off x="23225" y="9227637"/>
            <a:ext cx="1911300" cy="438900"/>
          </a:xfrm>
          <a:prstGeom prst="rect">
            <a:avLst/>
          </a:prstGeom>
          <a:noFill/>
          <a:ln>
            <a:noFill/>
          </a:ln>
        </p:spPr>
        <p:txBody>
          <a:bodyPr anchorCtr="0" anchor="t" bIns="125775" lIns="125775" spcFirstLastPara="1" rIns="125775" wrap="square" tIns="125775">
            <a:spAutoFit/>
          </a:bodyPr>
          <a:lstStyle/>
          <a:p>
            <a:pPr indent="0" lvl="0" marL="0" rtl="0" algn="l">
              <a:spcBef>
                <a:spcPts val="0"/>
              </a:spcBef>
              <a:spcAft>
                <a:spcPts val="0"/>
              </a:spcAft>
              <a:buNone/>
            </a:pPr>
            <a:r>
              <a:rPr b="1" lang="en-GB" sz="1200">
                <a:solidFill>
                  <a:srgbClr val="1BB31B"/>
                </a:solidFill>
                <a:latin typeface="Nunito"/>
                <a:ea typeface="Nunito"/>
                <a:cs typeface="Nunito"/>
                <a:sym typeface="Nunito"/>
              </a:rPr>
              <a:t>Get Started</a:t>
            </a:r>
            <a:endParaRPr b="1" sz="1200">
              <a:solidFill>
                <a:srgbClr val="1BB31B"/>
              </a:solidFill>
              <a:latin typeface="Nunito"/>
              <a:ea typeface="Nunito"/>
              <a:cs typeface="Nunito"/>
              <a:sym typeface="Nunito"/>
            </a:endParaRPr>
          </a:p>
        </p:txBody>
      </p:sp>
    </p:spTree>
  </p:cSld>
  <p:clrMap accent1="accent1" accent2="accent2" accent3="accent3" accent4="accent4" accent5="accent5" accent6="accent6" bg1="lt1" bg2="dk2" tx1="dk1" tx2="lt2" folHlink="folHlink" hlink="hlink"/>
  <p:sldLayoutIdLst>
    <p:sldLayoutId id="2147483648"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 name="Shape 38"/>
        <p:cNvGrpSpPr/>
        <p:nvPr/>
      </p:nvGrpSpPr>
      <p:grpSpPr>
        <a:xfrm>
          <a:off x="0" y="0"/>
          <a:ext cx="0" cy="0"/>
          <a:chOff x="0" y="0"/>
          <a:chExt cx="0" cy="0"/>
        </a:xfrm>
      </p:grpSpPr>
      <p:sp>
        <p:nvSpPr>
          <p:cNvPr id="39" name="Google Shape;39;p3"/>
          <p:cNvSpPr txBox="1"/>
          <p:nvPr>
            <p:ph idx="1" type="body"/>
          </p:nvPr>
        </p:nvSpPr>
        <p:spPr>
          <a:xfrm>
            <a:off x="180950" y="3644500"/>
            <a:ext cx="7379100" cy="14616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GB"/>
              <a:t>Information Consumers wait days for answers. To check a number or understand a trend, they raise a request, join the queue in front of the data team, and often get an answer that only raises more questions. Self-service BI tools assume they can write queries or know where the trusted data lives, so they fall back on stale spreadsheets, gut feel, or going without. Decisions slow down, or get made on shaky data.</a:t>
            </a:r>
            <a:endParaRPr/>
          </a:p>
        </p:txBody>
      </p:sp>
      <p:sp>
        <p:nvSpPr>
          <p:cNvPr id="40" name="Google Shape;40;p3"/>
          <p:cNvSpPr txBox="1"/>
          <p:nvPr>
            <p:ph idx="2" type="body"/>
          </p:nvPr>
        </p:nvSpPr>
        <p:spPr>
          <a:xfrm>
            <a:off x="1753500" y="314325"/>
            <a:ext cx="5682000" cy="41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ADI, the AI Analyst</a:t>
            </a:r>
            <a:endParaRPr/>
          </a:p>
        </p:txBody>
      </p:sp>
      <p:sp>
        <p:nvSpPr>
          <p:cNvPr id="41" name="Google Shape;41;p3"/>
          <p:cNvSpPr txBox="1"/>
          <p:nvPr>
            <p:ph idx="3" type="body"/>
          </p:nvPr>
        </p:nvSpPr>
        <p:spPr>
          <a:xfrm>
            <a:off x="180950" y="1098950"/>
            <a:ext cx="7318500" cy="38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Meet ADI, Your AI Analyst, Ask any Data Question, in Plain English</a:t>
            </a:r>
            <a:endParaRPr/>
          </a:p>
        </p:txBody>
      </p:sp>
      <p:sp>
        <p:nvSpPr>
          <p:cNvPr id="42" name="Google Shape;42;p3"/>
          <p:cNvSpPr txBox="1"/>
          <p:nvPr>
            <p:ph idx="4" type="body"/>
          </p:nvPr>
        </p:nvSpPr>
        <p:spPr>
          <a:xfrm>
            <a:off x="180950" y="1877850"/>
            <a:ext cx="7379100" cy="1372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GB"/>
              <a:t>Today the AgileData team is excited to announce ADI, the AI Analyst now built into the AgileData Information Platform. We designed ADI with the working-backwards approach in mind: we started with you, the Informartion Consumer, and worked backwards to the one capability that would help you most. ADI lets you ask questions of your governed data in plain language and get fast, trustworthy, explainable answers. No code. No ticket. No waiting on the data team.</a:t>
            </a:r>
            <a:endParaRPr/>
          </a:p>
        </p:txBody>
      </p:sp>
      <p:sp>
        <p:nvSpPr>
          <p:cNvPr id="43" name="Google Shape;43;p3"/>
          <p:cNvSpPr txBox="1"/>
          <p:nvPr>
            <p:ph idx="5" type="body"/>
          </p:nvPr>
        </p:nvSpPr>
        <p:spPr>
          <a:xfrm>
            <a:off x="180950" y="5533675"/>
            <a:ext cx="7318500" cy="1372500"/>
          </a:xfrm>
          <a:prstGeom prst="rect">
            <a:avLst/>
          </a:prstGeom>
        </p:spPr>
        <p:txBody>
          <a:bodyPr anchorCtr="0" anchor="t" bIns="91425" lIns="91425" spcFirstLastPara="1" rIns="91425" wrap="square" tIns="91425">
            <a:noAutofit/>
          </a:bodyPr>
          <a:lstStyle/>
          <a:p>
            <a:pPr indent="0" lvl="0" marL="139700" marR="139700" rtl="0" algn="l">
              <a:lnSpc>
                <a:spcPct val="115000"/>
              </a:lnSpc>
              <a:spcBef>
                <a:spcPts val="0"/>
              </a:spcBef>
              <a:spcAft>
                <a:spcPts val="0"/>
              </a:spcAft>
              <a:buClr>
                <a:schemeClr val="dk1"/>
              </a:buClr>
              <a:buSzPts val="1100"/>
              <a:buFont typeface="Arial"/>
              <a:buNone/>
            </a:pPr>
            <a:r>
              <a:rPr lang="en-GB"/>
              <a:t>ADI is an AI Analyst built into the AgileData Information Platform. The Information Consumer asks a question in plain language; ADI turns it into a governed query and returns a fast, explainable answer, grounded in trusted data, with the definition and source shown. ADI respects existing permissions, explains anomalies and errors in plain English, and keeps a human in the loop for any change to a model, rule or definition. The data team still owns the truth; the consumer just stops waiting for it.</a:t>
            </a:r>
            <a:endParaRPr sz="1000">
              <a:solidFill>
                <a:srgbClr val="141413"/>
              </a:solidFill>
              <a:highlight>
                <a:srgbClr val="FFFFFF"/>
              </a:highlight>
              <a:latin typeface="Arial"/>
              <a:ea typeface="Arial"/>
              <a:cs typeface="Arial"/>
              <a:sym typeface="Arial"/>
            </a:endParaRPr>
          </a:p>
          <a:p>
            <a:pPr indent="0" lvl="0" marL="0" rtl="0" algn="l">
              <a:lnSpc>
                <a:spcPct val="115000"/>
              </a:lnSpc>
              <a:spcBef>
                <a:spcPts val="800"/>
              </a:spcBef>
              <a:spcAft>
                <a:spcPts val="0"/>
              </a:spcAft>
              <a:buClr>
                <a:schemeClr val="dk1"/>
              </a:buClr>
              <a:buSzPts val="1100"/>
              <a:buFont typeface="Arial"/>
              <a:buNone/>
            </a:pPr>
            <a:r>
              <a:t/>
            </a:r>
            <a:endParaRPr>
              <a:solidFill>
                <a:schemeClr val="dk1"/>
              </a:solidFill>
              <a:latin typeface="Arial"/>
              <a:ea typeface="Arial"/>
              <a:cs typeface="Arial"/>
              <a:sym typeface="Arial"/>
            </a:endParaRPr>
          </a:p>
          <a:p>
            <a:pPr indent="0" lvl="0" marL="0" rtl="0" algn="l">
              <a:lnSpc>
                <a:spcPct val="115000"/>
              </a:lnSpc>
              <a:spcBef>
                <a:spcPts val="0"/>
              </a:spcBef>
              <a:spcAft>
                <a:spcPts val="0"/>
              </a:spcAft>
              <a:buNone/>
            </a:pPr>
            <a:r>
              <a:t/>
            </a:r>
            <a:endParaRPr/>
          </a:p>
        </p:txBody>
      </p:sp>
      <p:sp>
        <p:nvSpPr>
          <p:cNvPr id="44" name="Google Shape;44;p3"/>
          <p:cNvSpPr txBox="1"/>
          <p:nvPr>
            <p:ph idx="6" type="body"/>
          </p:nvPr>
        </p:nvSpPr>
        <p:spPr>
          <a:xfrm>
            <a:off x="180950" y="7333750"/>
            <a:ext cx="3473700" cy="1850700"/>
          </a:xfrm>
          <a:prstGeom prst="rect">
            <a:avLst/>
          </a:prstGeom>
        </p:spPr>
        <p:txBody>
          <a:bodyPr anchorCtr="0" anchor="t" bIns="91425" lIns="91425" spcFirstLastPara="1" rIns="91425" wrap="square" tIns="91425">
            <a:noAutofit/>
          </a:bodyPr>
          <a:lstStyle/>
          <a:p>
            <a:pPr indent="0" lvl="0" marL="139700" marR="139700" rtl="0" algn="l">
              <a:lnSpc>
                <a:spcPct val="115000"/>
              </a:lnSpc>
              <a:spcBef>
                <a:spcPts val="0"/>
              </a:spcBef>
              <a:spcAft>
                <a:spcPts val="0"/>
              </a:spcAft>
              <a:buNone/>
            </a:pPr>
            <a:r>
              <a:rPr lang="en-GB" sz="900"/>
              <a:t>"We started with the Information Consumer and worked backwards. They don't want another dashboard tool or a query language — they want a trustworthy answer, fast. ADI does the analyst work without the code, grounded in governed data, so every answer can be trusted and traced back to its source."</a:t>
            </a:r>
            <a:endParaRPr sz="900"/>
          </a:p>
          <a:p>
            <a:pPr indent="0" lvl="0" marL="139700" marR="139700" rtl="0" algn="l">
              <a:lnSpc>
                <a:spcPct val="115000"/>
              </a:lnSpc>
              <a:spcBef>
                <a:spcPts val="800"/>
              </a:spcBef>
              <a:spcAft>
                <a:spcPts val="800"/>
              </a:spcAft>
              <a:buNone/>
            </a:pPr>
            <a:r>
              <a:rPr lang="en-GB" sz="900"/>
              <a:t>— [Name], Data Platform Product Manager</a:t>
            </a:r>
            <a:endParaRPr sz="900"/>
          </a:p>
        </p:txBody>
      </p:sp>
      <p:sp>
        <p:nvSpPr>
          <p:cNvPr id="45" name="Google Shape;45;p3"/>
          <p:cNvSpPr txBox="1"/>
          <p:nvPr>
            <p:ph idx="7" type="body"/>
          </p:nvPr>
        </p:nvSpPr>
        <p:spPr>
          <a:xfrm>
            <a:off x="3907775" y="7333750"/>
            <a:ext cx="3636600" cy="1850700"/>
          </a:xfrm>
          <a:prstGeom prst="rect">
            <a:avLst/>
          </a:prstGeom>
        </p:spPr>
        <p:txBody>
          <a:bodyPr anchorCtr="0" anchor="t" bIns="91425" lIns="91425" spcFirstLastPara="1" rIns="91425" wrap="square" tIns="91425">
            <a:noAutofit/>
          </a:bodyPr>
          <a:lstStyle/>
          <a:p>
            <a:pPr indent="0" lvl="0" marL="139700" marR="139700" rtl="0" algn="l">
              <a:lnSpc>
                <a:spcPct val="115000"/>
              </a:lnSpc>
              <a:spcBef>
                <a:spcPts val="0"/>
              </a:spcBef>
              <a:spcAft>
                <a:spcPts val="0"/>
              </a:spcAft>
              <a:buNone/>
            </a:pPr>
            <a:r>
              <a:rPr lang="en-GB" sz="900"/>
              <a:t>"I used to wait days for answers and still second-guess the numbers. Now I ask ADI in plain English and get an answer in seconds — and I can see exactly where it came from. It's like having an analyst on call who never tires of my questions."</a:t>
            </a:r>
            <a:endParaRPr sz="900"/>
          </a:p>
          <a:p>
            <a:pPr indent="0" lvl="0" marL="139700" marR="139700" rtl="0" algn="l">
              <a:lnSpc>
                <a:spcPct val="115000"/>
              </a:lnSpc>
              <a:spcBef>
                <a:spcPts val="800"/>
              </a:spcBef>
              <a:spcAft>
                <a:spcPts val="800"/>
              </a:spcAft>
              <a:buNone/>
            </a:pPr>
            <a:r>
              <a:rPr lang="en-GB" sz="900"/>
              <a:t>— [Name], Information Consumer</a:t>
            </a:r>
            <a:endParaRPr/>
          </a:p>
        </p:txBody>
      </p:sp>
      <p:sp>
        <p:nvSpPr>
          <p:cNvPr id="46" name="Google Shape;46;p3"/>
          <p:cNvSpPr txBox="1"/>
          <p:nvPr>
            <p:ph idx="8" type="body"/>
          </p:nvPr>
        </p:nvSpPr>
        <p:spPr>
          <a:xfrm>
            <a:off x="180950" y="9574775"/>
            <a:ext cx="7379100" cy="74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ADI is live in the AgileData Information Platform today. Open the app, type your first question in plain language, and let ADI do the rest. Want a guided start? Watch the 2-minute intro video or read the user guide, or contact [name], Data Platform Product Manager, at [email].</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