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Lst>
  <p:sldSz cy="6858000" cx="9144000"/>
  <p:notesSz cx="6858000" cy="9144000"/>
  <p:embeddedFontLst>
    <p:embeddedFont>
      <p:font typeface="Nunito"/>
      <p:regular r:id="rId6"/>
      <p:bold r:id="rId7"/>
      <p:italic r:id="rId8"/>
      <p:boldItalic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Nunito-boldItalic.fntdata"/><Relationship Id="rId5" Type="http://schemas.openxmlformats.org/officeDocument/2006/relationships/slide" Target="slides/slide1.xml"/><Relationship Id="rId6" Type="http://schemas.openxmlformats.org/officeDocument/2006/relationships/font" Target="fonts/Nunito-regular.fntdata"/><Relationship Id="rId7" Type="http://schemas.openxmlformats.org/officeDocument/2006/relationships/font" Target="fonts/Nunito-bold.fntdata"/><Relationship Id="rId8" Type="http://schemas.openxmlformats.org/officeDocument/2006/relationships/font" Target="fonts/Nuni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9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e8528be74e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1" name="Google Shape;41;g3e8528be74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g3e8528be74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 Placeholder Text">
  <p:cSld name="CUSTOM_5_2">
    <p:spTree>
      <p:nvGrpSpPr>
        <p:cNvPr id="30" name="Shape 30"/>
        <p:cNvGrpSpPr/>
        <p:nvPr/>
      </p:nvGrpSpPr>
      <p:grpSpPr>
        <a:xfrm>
          <a:off x="0" y="0"/>
          <a:ext cx="0" cy="0"/>
          <a:chOff x="0" y="0"/>
          <a:chExt cx="0" cy="0"/>
        </a:xfrm>
      </p:grpSpPr>
      <p:sp>
        <p:nvSpPr>
          <p:cNvPr id="31" name="Google Shape;31;p2"/>
          <p:cNvSpPr txBox="1"/>
          <p:nvPr>
            <p:ph idx="1" type="body"/>
          </p:nvPr>
        </p:nvSpPr>
        <p:spPr>
          <a:xfrm>
            <a:off x="23400" y="850900"/>
            <a:ext cx="9120600" cy="842700"/>
          </a:xfrm>
          <a:prstGeom prst="rect">
            <a:avLst/>
          </a:prstGeom>
          <a:noFill/>
          <a:ln>
            <a:noFill/>
          </a:ln>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a:buChar char="●"/>
              <a:defRPr sz="800">
                <a:latin typeface="Nunito"/>
                <a:ea typeface="Nunito"/>
                <a:cs typeface="Nunito"/>
                <a:sym typeface="Nunito"/>
              </a:defRPr>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32" name="Google Shape;32;p2"/>
          <p:cNvSpPr txBox="1"/>
          <p:nvPr>
            <p:ph idx="2" type="body"/>
          </p:nvPr>
        </p:nvSpPr>
        <p:spPr>
          <a:xfrm>
            <a:off x="0" y="3186875"/>
            <a:ext cx="3345600" cy="3318300"/>
          </a:xfrm>
          <a:prstGeom prst="rect">
            <a:avLst/>
          </a:prstGeom>
          <a:noFill/>
          <a:ln>
            <a:noFill/>
          </a:ln>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a:buChar char="●"/>
              <a:defRPr sz="800">
                <a:latin typeface="Nunito"/>
                <a:ea typeface="Nunito"/>
                <a:cs typeface="Nunito"/>
                <a:sym typeface="Nunito"/>
              </a:defRPr>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33" name="Google Shape;33;p2"/>
          <p:cNvSpPr txBox="1"/>
          <p:nvPr>
            <p:ph idx="3" type="body"/>
          </p:nvPr>
        </p:nvSpPr>
        <p:spPr>
          <a:xfrm>
            <a:off x="3345675" y="3186875"/>
            <a:ext cx="2977500" cy="3269100"/>
          </a:xfrm>
          <a:prstGeom prst="rect">
            <a:avLst/>
          </a:prstGeom>
          <a:noFill/>
          <a:ln>
            <a:noFill/>
          </a:ln>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a:buChar char="●"/>
              <a:defRPr sz="800">
                <a:latin typeface="Nunito"/>
                <a:ea typeface="Nunito"/>
                <a:cs typeface="Nunito"/>
                <a:sym typeface="Nunito"/>
              </a:defRPr>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34" name="Google Shape;34;p2"/>
          <p:cNvSpPr txBox="1"/>
          <p:nvPr>
            <p:ph idx="4" type="body"/>
          </p:nvPr>
        </p:nvSpPr>
        <p:spPr>
          <a:xfrm>
            <a:off x="6313800" y="3163700"/>
            <a:ext cx="2830200" cy="3318300"/>
          </a:xfrm>
          <a:prstGeom prst="rect">
            <a:avLst/>
          </a:prstGeom>
          <a:noFill/>
          <a:ln>
            <a:noFill/>
          </a:ln>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a:buChar char="●"/>
              <a:defRPr sz="800">
                <a:latin typeface="Nunito"/>
                <a:ea typeface="Nunito"/>
                <a:cs typeface="Nunito"/>
                <a:sym typeface="Nunito"/>
              </a:defRPr>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35" name="Google Shape;35;p2"/>
          <p:cNvSpPr txBox="1"/>
          <p:nvPr>
            <p:ph idx="5" type="body"/>
          </p:nvPr>
        </p:nvSpPr>
        <p:spPr>
          <a:xfrm>
            <a:off x="2802000" y="290300"/>
            <a:ext cx="3511800" cy="290400"/>
          </a:xfrm>
          <a:prstGeom prst="rect">
            <a:avLst/>
          </a:prstGeom>
          <a:noFill/>
          <a:ln>
            <a:noFill/>
          </a:ln>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a:buChar char="●"/>
              <a:defRPr sz="800">
                <a:latin typeface="Nunito"/>
                <a:ea typeface="Nunito"/>
                <a:cs typeface="Nunito"/>
                <a:sym typeface="Nunito"/>
              </a:defRPr>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36" name="Google Shape;36;p2"/>
          <p:cNvSpPr txBox="1"/>
          <p:nvPr>
            <p:ph idx="6" type="body"/>
          </p:nvPr>
        </p:nvSpPr>
        <p:spPr>
          <a:xfrm>
            <a:off x="6444325" y="292500"/>
            <a:ext cx="2560200" cy="290400"/>
          </a:xfrm>
          <a:prstGeom prst="rect">
            <a:avLst/>
          </a:prstGeom>
          <a:noFill/>
          <a:ln>
            <a:noFill/>
          </a:ln>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a:buChar char="●"/>
              <a:defRPr sz="800">
                <a:latin typeface="Nunito"/>
                <a:ea typeface="Nunito"/>
                <a:cs typeface="Nunito"/>
                <a:sym typeface="Nunito"/>
              </a:defRPr>
            </a:lvl1pPr>
            <a:lvl2pPr indent="-279400" lvl="1" marL="914400" rtl="0">
              <a:spcBef>
                <a:spcPts val="0"/>
              </a:spcBef>
              <a:spcAft>
                <a:spcPts val="0"/>
              </a:spcAft>
              <a:buSzPts val="800"/>
              <a:buChar char="○"/>
              <a:defRPr sz="800"/>
            </a:lvl2pPr>
            <a:lvl3pPr indent="-279400" lvl="2" marL="1371600" rtl="0">
              <a:spcBef>
                <a:spcPts val="0"/>
              </a:spcBef>
              <a:spcAft>
                <a:spcPts val="0"/>
              </a:spcAft>
              <a:buSzPts val="800"/>
              <a:buChar char="■"/>
              <a:defRPr sz="800"/>
            </a:lvl3pPr>
            <a:lvl4pPr indent="-279400" lvl="3" marL="1828800" rtl="0">
              <a:spcBef>
                <a:spcPts val="0"/>
              </a:spcBef>
              <a:spcAft>
                <a:spcPts val="0"/>
              </a:spcAft>
              <a:buSzPts val="800"/>
              <a:buChar char="●"/>
              <a:defRPr sz="800"/>
            </a:lvl4pPr>
            <a:lvl5pPr indent="-279400" lvl="4" marL="2286000" rtl="0">
              <a:spcBef>
                <a:spcPts val="0"/>
              </a:spcBef>
              <a:spcAft>
                <a:spcPts val="0"/>
              </a:spcAft>
              <a:buSzPts val="800"/>
              <a:buChar char="○"/>
              <a:defRPr sz="800"/>
            </a:lvl5pPr>
            <a:lvl6pPr indent="-279400" lvl="5" marL="2743200" rtl="0">
              <a:spcBef>
                <a:spcPts val="0"/>
              </a:spcBef>
              <a:spcAft>
                <a:spcPts val="0"/>
              </a:spcAft>
              <a:buSzPts val="800"/>
              <a:buChar char="■"/>
              <a:defRPr sz="800"/>
            </a:lvl6pPr>
            <a:lvl7pPr indent="-279400" lvl="6" marL="3200400" rtl="0">
              <a:spcBef>
                <a:spcPts val="0"/>
              </a:spcBef>
              <a:spcAft>
                <a:spcPts val="0"/>
              </a:spcAft>
              <a:buSzPts val="800"/>
              <a:buChar char="●"/>
              <a:defRPr sz="800"/>
            </a:lvl7pPr>
            <a:lvl8pPr indent="-279400" lvl="7" marL="3657600" rtl="0">
              <a:spcBef>
                <a:spcPts val="0"/>
              </a:spcBef>
              <a:spcAft>
                <a:spcPts val="0"/>
              </a:spcAft>
              <a:buSzPts val="800"/>
              <a:buChar char="○"/>
              <a:defRPr sz="800"/>
            </a:lvl8pPr>
            <a:lvl9pPr indent="-279400" lvl="8" marL="4114800" rtl="0">
              <a:spcBef>
                <a:spcPts val="0"/>
              </a:spcBef>
              <a:spcAft>
                <a:spcPts val="0"/>
              </a:spcAft>
              <a:buSzPts val="800"/>
              <a:buChar char="■"/>
              <a:defRPr sz="800"/>
            </a:lvl9pPr>
          </a:lstStyle>
          <a:p/>
        </p:txBody>
      </p:sp>
      <p:sp>
        <p:nvSpPr>
          <p:cNvPr id="37" name="Google Shape;37;p2"/>
          <p:cNvSpPr txBox="1"/>
          <p:nvPr>
            <p:ph idx="7" type="body"/>
          </p:nvPr>
        </p:nvSpPr>
        <p:spPr>
          <a:xfrm>
            <a:off x="23250" y="1977200"/>
            <a:ext cx="9120600" cy="9732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SzPts val="800"/>
              <a:buFont typeface="Nunito"/>
              <a:buChar char="●"/>
              <a:defRPr sz="800">
                <a:latin typeface="Nunito"/>
                <a:ea typeface="Nunito"/>
                <a:cs typeface="Nunito"/>
                <a:sym typeface="Nunito"/>
              </a:defRPr>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 Placeholder Text 1">
  <p:cSld name="CUSTOM_5_2_1">
    <p:spTree>
      <p:nvGrpSpPr>
        <p:cNvPr id="38" name="Shape 3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1400" y="1702700"/>
            <a:ext cx="9144000" cy="1251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0" y="2945025"/>
            <a:ext cx="3336300" cy="354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3336300" y="2945025"/>
            <a:ext cx="2979000" cy="3544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0" y="0"/>
            <a:ext cx="9144000" cy="67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txBox="1"/>
          <p:nvPr/>
        </p:nvSpPr>
        <p:spPr>
          <a:xfrm>
            <a:off x="83325" y="224200"/>
            <a:ext cx="263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lt1"/>
                </a:solidFill>
                <a:latin typeface="Nunito"/>
                <a:ea typeface="Nunito"/>
                <a:cs typeface="Nunito"/>
                <a:sym typeface="Nunito"/>
              </a:rPr>
              <a:t>Mission Command Statement</a:t>
            </a:r>
            <a:endParaRPr b="1">
              <a:solidFill>
                <a:schemeClr val="lt1"/>
              </a:solidFill>
              <a:latin typeface="Nunito"/>
              <a:ea typeface="Nunito"/>
              <a:cs typeface="Nunito"/>
              <a:sym typeface="Nunito"/>
            </a:endParaRPr>
          </a:p>
        </p:txBody>
      </p:sp>
      <p:sp>
        <p:nvSpPr>
          <p:cNvPr id="15" name="Google Shape;15;p1"/>
          <p:cNvSpPr/>
          <p:nvPr/>
        </p:nvSpPr>
        <p:spPr>
          <a:xfrm>
            <a:off x="0" y="671300"/>
            <a:ext cx="9144000" cy="1031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txBox="1"/>
          <p:nvPr/>
        </p:nvSpPr>
        <p:spPr>
          <a:xfrm>
            <a:off x="7134" y="624392"/>
            <a:ext cx="1300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chemeClr val="dk2"/>
                </a:solidFill>
                <a:latin typeface="Nunito"/>
                <a:ea typeface="Nunito"/>
                <a:cs typeface="Nunito"/>
                <a:sym typeface="Nunito"/>
              </a:rPr>
              <a:t>Higher Intent</a:t>
            </a:r>
            <a:endParaRPr b="1" sz="900">
              <a:solidFill>
                <a:schemeClr val="dk2"/>
              </a:solidFill>
              <a:latin typeface="Nunito"/>
              <a:ea typeface="Nunito"/>
              <a:cs typeface="Nunito"/>
              <a:sym typeface="Nunito"/>
            </a:endParaRPr>
          </a:p>
        </p:txBody>
      </p:sp>
      <p:sp>
        <p:nvSpPr>
          <p:cNvPr id="17" name="Google Shape;17;p1"/>
          <p:cNvSpPr txBox="1"/>
          <p:nvPr/>
        </p:nvSpPr>
        <p:spPr>
          <a:xfrm>
            <a:off x="7134" y="2932595"/>
            <a:ext cx="1300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900">
              <a:solidFill>
                <a:schemeClr val="dk2"/>
              </a:solidFill>
              <a:latin typeface="Nunito"/>
              <a:ea typeface="Nunito"/>
              <a:cs typeface="Nunito"/>
              <a:sym typeface="Nunito"/>
            </a:endParaRPr>
          </a:p>
        </p:txBody>
      </p:sp>
      <p:sp>
        <p:nvSpPr>
          <p:cNvPr id="18" name="Google Shape;18;p1"/>
          <p:cNvSpPr txBox="1"/>
          <p:nvPr/>
        </p:nvSpPr>
        <p:spPr>
          <a:xfrm>
            <a:off x="783798" y="6536747"/>
            <a:ext cx="52938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600">
                <a:solidFill>
                  <a:srgbClr val="7F7F7F"/>
                </a:solidFill>
              </a:rPr>
              <a:t>This work is licensed under</a:t>
            </a:r>
            <a:r>
              <a:rPr lang="en-US" sz="600">
                <a:solidFill>
                  <a:srgbClr val="7F7F7F"/>
                </a:solidFill>
                <a:highlight>
                  <a:srgbClr val="FFFFFF"/>
                </a:highlight>
              </a:rPr>
              <a:t> </a:t>
            </a:r>
            <a:r>
              <a:rPr lang="en-US" sz="600">
                <a:solidFill>
                  <a:srgbClr val="7F7F7F"/>
                </a:solidFill>
              </a:rPr>
              <a:t>CC BY-SA 4.0. To view a copy of this license, visit  http://creativecommons.org/licenses/by-sa/4.0/</a:t>
            </a:r>
            <a:endParaRPr sz="600">
              <a:solidFill>
                <a:srgbClr val="7F7F7F"/>
              </a:solidFill>
              <a:latin typeface="Nunito"/>
              <a:ea typeface="Nunito"/>
              <a:cs typeface="Nunito"/>
              <a:sym typeface="Nunito"/>
            </a:endParaRPr>
          </a:p>
        </p:txBody>
      </p:sp>
      <p:pic>
        <p:nvPicPr>
          <p:cNvPr id="19" name="Google Shape;19;p1"/>
          <p:cNvPicPr preferRelativeResize="0"/>
          <p:nvPr/>
        </p:nvPicPr>
        <p:blipFill>
          <a:blip r:embed="rId1">
            <a:alphaModFix/>
          </a:blip>
          <a:stretch>
            <a:fillRect/>
          </a:stretch>
        </p:blipFill>
        <p:spPr>
          <a:xfrm>
            <a:off x="92510" y="6584709"/>
            <a:ext cx="517215" cy="180975"/>
          </a:xfrm>
          <a:prstGeom prst="rect">
            <a:avLst/>
          </a:prstGeom>
          <a:noFill/>
          <a:ln>
            <a:noFill/>
          </a:ln>
        </p:spPr>
      </p:pic>
      <p:sp>
        <p:nvSpPr>
          <p:cNvPr id="20" name="Google Shape;20;p1"/>
          <p:cNvSpPr/>
          <p:nvPr/>
        </p:nvSpPr>
        <p:spPr>
          <a:xfrm>
            <a:off x="6315425" y="2948688"/>
            <a:ext cx="2837700" cy="3519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txBox="1"/>
          <p:nvPr/>
        </p:nvSpPr>
        <p:spPr>
          <a:xfrm>
            <a:off x="3336288" y="2948992"/>
            <a:ext cx="1300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chemeClr val="dk2"/>
                </a:solidFill>
                <a:latin typeface="Nunito"/>
                <a:ea typeface="Nunito"/>
                <a:cs typeface="Nunito"/>
                <a:sym typeface="Nunito"/>
              </a:rPr>
              <a:t>Boundaries</a:t>
            </a:r>
            <a:endParaRPr b="1" sz="900">
              <a:solidFill>
                <a:schemeClr val="dk2"/>
              </a:solidFill>
              <a:latin typeface="Nunito"/>
              <a:ea typeface="Nunito"/>
              <a:cs typeface="Nunito"/>
              <a:sym typeface="Nunito"/>
            </a:endParaRPr>
          </a:p>
        </p:txBody>
      </p:sp>
      <p:sp>
        <p:nvSpPr>
          <p:cNvPr id="22" name="Google Shape;22;p1"/>
          <p:cNvSpPr txBox="1"/>
          <p:nvPr/>
        </p:nvSpPr>
        <p:spPr>
          <a:xfrm>
            <a:off x="6323341" y="2932600"/>
            <a:ext cx="2124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chemeClr val="dk2"/>
                </a:solidFill>
                <a:latin typeface="Nunito"/>
                <a:ea typeface="Nunito"/>
                <a:cs typeface="Nunito"/>
                <a:sym typeface="Nunito"/>
              </a:rPr>
              <a:t>Key Tasks</a:t>
            </a:r>
            <a:endParaRPr b="1" sz="900">
              <a:solidFill>
                <a:schemeClr val="dk2"/>
              </a:solidFill>
              <a:latin typeface="Nunito"/>
              <a:ea typeface="Nunito"/>
              <a:cs typeface="Nunito"/>
              <a:sym typeface="Nunito"/>
            </a:endParaRPr>
          </a:p>
          <a:p>
            <a:pPr indent="0" lvl="0" marL="0" rtl="0" algn="l">
              <a:spcBef>
                <a:spcPts val="0"/>
              </a:spcBef>
              <a:spcAft>
                <a:spcPts val="0"/>
              </a:spcAft>
              <a:buNone/>
            </a:pPr>
            <a:r>
              <a:t/>
            </a:r>
            <a:endParaRPr b="1" sz="900">
              <a:solidFill>
                <a:schemeClr val="dk2"/>
              </a:solidFill>
              <a:latin typeface="Nunito"/>
              <a:ea typeface="Nunito"/>
              <a:cs typeface="Nunito"/>
              <a:sym typeface="Nunito"/>
            </a:endParaRPr>
          </a:p>
        </p:txBody>
      </p:sp>
      <p:sp>
        <p:nvSpPr>
          <p:cNvPr id="23" name="Google Shape;23;p1"/>
          <p:cNvSpPr/>
          <p:nvPr/>
        </p:nvSpPr>
        <p:spPr>
          <a:xfrm>
            <a:off x="2791925" y="275325"/>
            <a:ext cx="3523500" cy="323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6452675" y="275325"/>
            <a:ext cx="2557800" cy="323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txBox="1"/>
          <p:nvPr/>
        </p:nvSpPr>
        <p:spPr>
          <a:xfrm>
            <a:off x="2709330" y="23574"/>
            <a:ext cx="13005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700">
                <a:solidFill>
                  <a:schemeClr val="lt1"/>
                </a:solidFill>
                <a:latin typeface="Nunito"/>
                <a:ea typeface="Nunito"/>
                <a:cs typeface="Nunito"/>
                <a:sym typeface="Nunito"/>
              </a:rPr>
              <a:t>Mission Name</a:t>
            </a:r>
            <a:endParaRPr b="1" sz="700">
              <a:solidFill>
                <a:schemeClr val="lt1"/>
              </a:solidFill>
              <a:latin typeface="Nunito"/>
              <a:ea typeface="Nunito"/>
              <a:cs typeface="Nunito"/>
              <a:sym typeface="Nunito"/>
            </a:endParaRPr>
          </a:p>
        </p:txBody>
      </p:sp>
      <p:sp>
        <p:nvSpPr>
          <p:cNvPr id="26" name="Google Shape;26;p1"/>
          <p:cNvSpPr txBox="1"/>
          <p:nvPr/>
        </p:nvSpPr>
        <p:spPr>
          <a:xfrm>
            <a:off x="6376475" y="23574"/>
            <a:ext cx="13005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700">
                <a:solidFill>
                  <a:schemeClr val="lt1"/>
                </a:solidFill>
                <a:latin typeface="Nunito"/>
                <a:ea typeface="Nunito"/>
                <a:cs typeface="Nunito"/>
                <a:sym typeface="Nunito"/>
              </a:rPr>
              <a:t>Mission Leader</a:t>
            </a:r>
            <a:endParaRPr b="1" sz="700">
              <a:solidFill>
                <a:schemeClr val="lt1"/>
              </a:solidFill>
              <a:latin typeface="Nunito"/>
              <a:ea typeface="Nunito"/>
              <a:cs typeface="Nunito"/>
              <a:sym typeface="Nunito"/>
            </a:endParaRPr>
          </a:p>
        </p:txBody>
      </p:sp>
      <p:sp>
        <p:nvSpPr>
          <p:cNvPr id="27" name="Google Shape;27;p1"/>
          <p:cNvSpPr txBox="1"/>
          <p:nvPr/>
        </p:nvSpPr>
        <p:spPr>
          <a:xfrm>
            <a:off x="1332" y="1719120"/>
            <a:ext cx="1300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chemeClr val="dk2"/>
                </a:solidFill>
                <a:latin typeface="Nunito"/>
                <a:ea typeface="Nunito"/>
                <a:cs typeface="Nunito"/>
                <a:sym typeface="Nunito"/>
              </a:rPr>
              <a:t>Squad Intent</a:t>
            </a:r>
            <a:endParaRPr b="1" sz="900">
              <a:solidFill>
                <a:schemeClr val="dk2"/>
              </a:solidFill>
              <a:latin typeface="Nunito"/>
              <a:ea typeface="Nunito"/>
              <a:cs typeface="Nunito"/>
              <a:sym typeface="Nunito"/>
            </a:endParaRPr>
          </a:p>
        </p:txBody>
      </p:sp>
      <p:pic>
        <p:nvPicPr>
          <p:cNvPr id="28" name="Google Shape;28;p1" title="agiledata-logo-guides-ADI-skull.png"/>
          <p:cNvPicPr preferRelativeResize="0"/>
          <p:nvPr/>
        </p:nvPicPr>
        <p:blipFill>
          <a:blip r:embed="rId2">
            <a:alphaModFix/>
          </a:blip>
          <a:stretch>
            <a:fillRect/>
          </a:stretch>
        </p:blipFill>
        <p:spPr>
          <a:xfrm>
            <a:off x="8003959" y="6584700"/>
            <a:ext cx="1109018" cy="218775"/>
          </a:xfrm>
          <a:prstGeom prst="rect">
            <a:avLst/>
          </a:prstGeom>
          <a:noFill/>
          <a:ln>
            <a:noFill/>
          </a:ln>
        </p:spPr>
      </p:pic>
      <p:sp>
        <p:nvSpPr>
          <p:cNvPr id="29" name="Google Shape;29;p1"/>
          <p:cNvSpPr txBox="1"/>
          <p:nvPr/>
        </p:nvSpPr>
        <p:spPr>
          <a:xfrm>
            <a:off x="0" y="29699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900">
                <a:solidFill>
                  <a:schemeClr val="dk2"/>
                </a:solidFill>
                <a:latin typeface="Nunito"/>
                <a:ea typeface="Nunito"/>
                <a:cs typeface="Nunito"/>
                <a:sym typeface="Nunito"/>
              </a:rPr>
              <a:t>Success Looks Like</a:t>
            </a:r>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4"/>
          <p:cNvSpPr txBox="1"/>
          <p:nvPr>
            <p:ph idx="1" type="body"/>
          </p:nvPr>
        </p:nvSpPr>
        <p:spPr>
          <a:xfrm>
            <a:off x="23400" y="850900"/>
            <a:ext cx="9120600" cy="8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141413"/>
                </a:solidFill>
                <a:highlight>
                  <a:srgbClr val="FFFFFF"/>
                </a:highlight>
                <a:latin typeface="Arial"/>
                <a:ea typeface="Arial"/>
                <a:cs typeface="Arial"/>
                <a:sym typeface="Arial"/>
              </a:rPr>
              <a:t>Put a trusted analyst in every person's hands, so anyone can ask questions of governed data in plain language and get fast, reliable, explainable answers, and decisions get made on data at the speed the business moves.</a:t>
            </a:r>
            <a:endParaRPr/>
          </a:p>
        </p:txBody>
      </p:sp>
      <p:sp>
        <p:nvSpPr>
          <p:cNvPr id="45" name="Google Shape;45;p4"/>
          <p:cNvSpPr txBox="1"/>
          <p:nvPr>
            <p:ph idx="2" type="body"/>
          </p:nvPr>
        </p:nvSpPr>
        <p:spPr>
          <a:xfrm>
            <a:off x="0" y="3186875"/>
            <a:ext cx="3345600" cy="3318300"/>
          </a:xfrm>
          <a:prstGeom prst="rect">
            <a:avLst/>
          </a:prstGeom>
        </p:spPr>
        <p:txBody>
          <a:bodyPr anchorCtr="0" anchor="t" bIns="91425" lIns="91425" spcFirstLastPara="1" rIns="91425" wrap="square" tIns="91425">
            <a:noAutofit/>
          </a:bodyPr>
          <a:lstStyle/>
          <a:p>
            <a:pPr indent="-292100" lvl="0" marL="457200" rtl="0" algn="l">
              <a:lnSpc>
                <a:spcPct val="155000"/>
              </a:lnSpc>
              <a:spcBef>
                <a:spcPts val="0"/>
              </a:spcBef>
              <a:spcAft>
                <a:spcPts val="0"/>
              </a:spcAft>
              <a:buClr>
                <a:srgbClr val="141413"/>
              </a:buClr>
              <a:buSzPts val="1000"/>
              <a:buFont typeface="Arial"/>
              <a:buChar char="●"/>
            </a:pPr>
            <a:r>
              <a:rPr lang="en-US" sz="1000">
                <a:solidFill>
                  <a:srgbClr val="141413"/>
                </a:solidFill>
                <a:highlight>
                  <a:srgbClr val="FFFFFF"/>
                </a:highlight>
                <a:latin typeface="Arial"/>
                <a:ea typeface="Arial"/>
                <a:cs typeface="Arial"/>
                <a:sym typeface="Arial"/>
              </a:rPr>
              <a:t>Users get accurate, explainable answers in seconds, not days.</a:t>
            </a:r>
            <a:endParaRPr sz="1000">
              <a:solidFill>
                <a:srgbClr val="141413"/>
              </a:solidFill>
              <a:highlight>
                <a:srgbClr val="FFFFFF"/>
              </a:highlight>
              <a:latin typeface="Arial"/>
              <a:ea typeface="Arial"/>
              <a:cs typeface="Arial"/>
              <a:sym typeface="Arial"/>
            </a:endParaRPr>
          </a:p>
          <a:p>
            <a:pPr indent="-292100" lvl="0" marL="457200" rtl="0" algn="l">
              <a:lnSpc>
                <a:spcPct val="155000"/>
              </a:lnSpc>
              <a:spcBef>
                <a:spcPts val="0"/>
              </a:spcBef>
              <a:spcAft>
                <a:spcPts val="0"/>
              </a:spcAft>
              <a:buClr>
                <a:srgbClr val="141413"/>
              </a:buClr>
              <a:buSzPts val="1000"/>
              <a:buFont typeface="Arial"/>
              <a:buChar char="●"/>
            </a:pPr>
            <a:r>
              <a:rPr lang="en-US" sz="1000">
                <a:solidFill>
                  <a:srgbClr val="141413"/>
                </a:solidFill>
                <a:highlight>
                  <a:srgbClr val="FFFFFF"/>
                </a:highlight>
                <a:latin typeface="Arial"/>
                <a:ea typeface="Arial"/>
                <a:cs typeface="Arial"/>
                <a:sym typeface="Arial"/>
              </a:rPr>
              <a:t>70%+ of common, repeatable questions answered without a human in the loop.</a:t>
            </a:r>
            <a:endParaRPr sz="1000">
              <a:solidFill>
                <a:srgbClr val="141413"/>
              </a:solidFill>
              <a:highlight>
                <a:srgbClr val="FFFFFF"/>
              </a:highlight>
              <a:latin typeface="Arial"/>
              <a:ea typeface="Arial"/>
              <a:cs typeface="Arial"/>
              <a:sym typeface="Arial"/>
            </a:endParaRPr>
          </a:p>
          <a:p>
            <a:pPr indent="-292100" lvl="0" marL="457200" rtl="0" algn="l">
              <a:lnSpc>
                <a:spcPct val="155000"/>
              </a:lnSpc>
              <a:spcBef>
                <a:spcPts val="0"/>
              </a:spcBef>
              <a:spcAft>
                <a:spcPts val="0"/>
              </a:spcAft>
              <a:buClr>
                <a:srgbClr val="141413"/>
              </a:buClr>
              <a:buSzPts val="1000"/>
              <a:buFont typeface="Arial"/>
              <a:buChar char="●"/>
            </a:pPr>
            <a:r>
              <a:rPr lang="en-US" sz="1000">
                <a:solidFill>
                  <a:srgbClr val="141413"/>
                </a:solidFill>
                <a:highlight>
                  <a:srgbClr val="FFFFFF"/>
                </a:highlight>
                <a:latin typeface="Arial"/>
                <a:ea typeface="Arial"/>
                <a:cs typeface="Arial"/>
                <a:sym typeface="Arial"/>
              </a:rPr>
              <a:t>90% of the responses are accurate.</a:t>
            </a:r>
            <a:endParaRPr sz="1000">
              <a:solidFill>
                <a:srgbClr val="141413"/>
              </a:solidFill>
              <a:highlight>
                <a:srgbClr val="FFFFFF"/>
              </a:highlight>
              <a:latin typeface="Arial"/>
              <a:ea typeface="Arial"/>
              <a:cs typeface="Arial"/>
              <a:sym typeface="Arial"/>
            </a:endParaRPr>
          </a:p>
          <a:p>
            <a:pPr indent="-292100" lvl="0" marL="457200" rtl="0" algn="l">
              <a:lnSpc>
                <a:spcPct val="155000"/>
              </a:lnSpc>
              <a:spcBef>
                <a:spcPts val="0"/>
              </a:spcBef>
              <a:spcAft>
                <a:spcPts val="0"/>
              </a:spcAft>
              <a:buClr>
                <a:srgbClr val="141413"/>
              </a:buClr>
              <a:buSzPts val="1000"/>
              <a:buFont typeface="Arial"/>
              <a:buChar char="●"/>
            </a:pPr>
            <a:r>
              <a:rPr lang="en-US" sz="1000">
                <a:solidFill>
                  <a:srgbClr val="141413"/>
                </a:solidFill>
                <a:highlight>
                  <a:srgbClr val="FFFFFF"/>
                </a:highlight>
                <a:latin typeface="Arial"/>
                <a:ea typeface="Arial"/>
                <a:cs typeface="Arial"/>
                <a:sym typeface="Arial"/>
              </a:rPr>
              <a:t>Every answer traces back to governed data, with its definition shown.</a:t>
            </a:r>
            <a:endParaRPr sz="1000">
              <a:solidFill>
                <a:srgbClr val="141413"/>
              </a:solidFill>
              <a:highlight>
                <a:srgbClr val="FFFFFF"/>
              </a:highlight>
              <a:latin typeface="Arial"/>
              <a:ea typeface="Arial"/>
              <a:cs typeface="Arial"/>
              <a:sym typeface="Arial"/>
            </a:endParaRPr>
          </a:p>
          <a:p>
            <a:pPr indent="-292100" lvl="0" marL="457200" rtl="0" algn="l">
              <a:lnSpc>
                <a:spcPct val="155000"/>
              </a:lnSpc>
              <a:spcBef>
                <a:spcPts val="0"/>
              </a:spcBef>
              <a:spcAft>
                <a:spcPts val="0"/>
              </a:spcAft>
              <a:buClr>
                <a:srgbClr val="141413"/>
              </a:buClr>
              <a:buSzPts val="1000"/>
              <a:buFont typeface="Arial"/>
              <a:buChar char="●"/>
            </a:pPr>
            <a:r>
              <a:rPr lang="en-US" sz="1000">
                <a:solidFill>
                  <a:srgbClr val="141413"/>
                </a:solidFill>
                <a:highlight>
                  <a:srgbClr val="FFFFFF"/>
                </a:highlight>
                <a:latin typeface="Arial"/>
                <a:ea typeface="Arial"/>
                <a:cs typeface="Arial"/>
                <a:sym typeface="Arial"/>
              </a:rPr>
              <a:t>Information Consumers trust the answers enough to act on them.</a:t>
            </a:r>
            <a:endParaRPr sz="1000">
              <a:solidFill>
                <a:srgbClr val="141413"/>
              </a:solidFill>
              <a:highlight>
                <a:srgbClr val="FFFFFF"/>
              </a:highlight>
              <a:latin typeface="Arial"/>
              <a:ea typeface="Arial"/>
              <a:cs typeface="Arial"/>
              <a:sym typeface="Arial"/>
            </a:endParaRPr>
          </a:p>
          <a:p>
            <a:pPr indent="-292100" lvl="0" marL="457200" rtl="0" algn="l">
              <a:lnSpc>
                <a:spcPct val="155000"/>
              </a:lnSpc>
              <a:spcBef>
                <a:spcPts val="0"/>
              </a:spcBef>
              <a:spcAft>
                <a:spcPts val="0"/>
              </a:spcAft>
              <a:buClr>
                <a:srgbClr val="141413"/>
              </a:buClr>
              <a:buSzPts val="1000"/>
              <a:buFont typeface="Arial"/>
              <a:buChar char="●"/>
            </a:pPr>
            <a:r>
              <a:rPr lang="en-US" sz="1000">
                <a:solidFill>
                  <a:srgbClr val="141413"/>
                </a:solidFill>
                <a:highlight>
                  <a:srgbClr val="FFFFFF"/>
                </a:highlight>
                <a:latin typeface="Arial"/>
                <a:ea typeface="Arial"/>
                <a:cs typeface="Arial"/>
                <a:sym typeface="Arial"/>
              </a:rPr>
              <a:t>Data Analysts spend more time on new questions, less on repeat requests.</a:t>
            </a:r>
            <a:endParaRPr sz="1000">
              <a:solidFill>
                <a:srgbClr val="141413"/>
              </a:solidFill>
              <a:highlight>
                <a:srgbClr val="FFFFFF"/>
              </a:highlight>
              <a:latin typeface="Arial"/>
              <a:ea typeface="Arial"/>
              <a:cs typeface="Arial"/>
              <a:sym typeface="Arial"/>
            </a:endParaRPr>
          </a:p>
          <a:p>
            <a:pPr indent="0" lvl="0" marL="0" rtl="0" algn="l">
              <a:spcBef>
                <a:spcPts val="600"/>
              </a:spcBef>
              <a:spcAft>
                <a:spcPts val="0"/>
              </a:spcAft>
              <a:buNone/>
            </a:pPr>
            <a:r>
              <a:t/>
            </a:r>
            <a:endParaRPr/>
          </a:p>
        </p:txBody>
      </p:sp>
      <p:sp>
        <p:nvSpPr>
          <p:cNvPr id="46" name="Google Shape;46;p4"/>
          <p:cNvSpPr txBox="1"/>
          <p:nvPr>
            <p:ph idx="3" type="body"/>
          </p:nvPr>
        </p:nvSpPr>
        <p:spPr>
          <a:xfrm>
            <a:off x="3345675" y="3186875"/>
            <a:ext cx="2977500" cy="3269100"/>
          </a:xfrm>
          <a:prstGeom prst="rect">
            <a:avLst/>
          </a:prstGeom>
        </p:spPr>
        <p:txBody>
          <a:bodyPr anchorCtr="0" anchor="t" bIns="91425" lIns="91425" spcFirstLastPara="1" rIns="91425" wrap="square" tIns="91425">
            <a:noAutofit/>
          </a:bodyPr>
          <a:lstStyle/>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Answers grounded only in governed, trusted data, no made-up numbers.</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Every answer must be explainable and traceable to source and definition.</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A human approves any model, rule or definition change, no silent autonomous edits.</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Respect existing permissions, never expose data a user can't already see.</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No PII or sensitive data available to unapproved Informartion Consumers.</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When unsure, say so and hand off to the Data Team, don't guess.</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Stay within the agreed model-cost budget.</a:t>
            </a:r>
            <a:endParaRPr sz="700"/>
          </a:p>
        </p:txBody>
      </p:sp>
      <p:sp>
        <p:nvSpPr>
          <p:cNvPr id="47" name="Google Shape;47;p4"/>
          <p:cNvSpPr txBox="1"/>
          <p:nvPr>
            <p:ph idx="4" type="body"/>
          </p:nvPr>
        </p:nvSpPr>
        <p:spPr>
          <a:xfrm>
            <a:off x="6313800" y="3163700"/>
            <a:ext cx="2830200" cy="3318300"/>
          </a:xfrm>
          <a:prstGeom prst="rect">
            <a:avLst/>
          </a:prstGeom>
        </p:spPr>
        <p:txBody>
          <a:bodyPr anchorCtr="0" anchor="t" bIns="91425" lIns="91425" spcFirstLastPara="1" rIns="91425" wrap="square" tIns="91425">
            <a:noAutofit/>
          </a:bodyPr>
          <a:lstStyle/>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Pick the first domain and the questions the AI Analyst must answer.</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Build the semantic layer, facts measures and metrics, definitions, relationships it will reason using.</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Implement plain-language question → validated query → explainable answer.</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Add guardrails: permission checks, source citations, graceful "I don't know".</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Set up human-in-the-loop review for proposed model and rule changes.</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Define eval metrics,  accuracy, trust, adoption, cost, and a feedback loop.</a:t>
            </a:r>
            <a:endParaRPr sz="900">
              <a:solidFill>
                <a:srgbClr val="141413"/>
              </a:solidFill>
              <a:highlight>
                <a:srgbClr val="FFFFFF"/>
              </a:highlight>
              <a:latin typeface="Arial"/>
              <a:ea typeface="Arial"/>
              <a:cs typeface="Arial"/>
              <a:sym typeface="Arial"/>
            </a:endParaRPr>
          </a:p>
          <a:p>
            <a:pPr indent="-285750" lvl="0" marL="457200" rtl="0" algn="l">
              <a:lnSpc>
                <a:spcPct val="155000"/>
              </a:lnSpc>
              <a:spcBef>
                <a:spcPts val="0"/>
              </a:spcBef>
              <a:spcAft>
                <a:spcPts val="0"/>
              </a:spcAft>
              <a:buClr>
                <a:srgbClr val="141413"/>
              </a:buClr>
              <a:buSzPts val="900"/>
              <a:buFont typeface="Arial"/>
              <a:buChar char="●"/>
            </a:pPr>
            <a:r>
              <a:rPr lang="en-US" sz="900">
                <a:solidFill>
                  <a:srgbClr val="141413"/>
                </a:solidFill>
                <a:highlight>
                  <a:srgbClr val="FFFFFF"/>
                </a:highlight>
                <a:latin typeface="Arial"/>
                <a:ea typeface="Arial"/>
                <a:cs typeface="Arial"/>
                <a:sym typeface="Arial"/>
              </a:rPr>
              <a:t>Pilot with a small group, gather feedback and learnings, then iterate.</a:t>
            </a:r>
            <a:endParaRPr sz="700"/>
          </a:p>
        </p:txBody>
      </p:sp>
      <p:sp>
        <p:nvSpPr>
          <p:cNvPr id="48" name="Google Shape;48;p4"/>
          <p:cNvSpPr txBox="1"/>
          <p:nvPr>
            <p:ph idx="5" type="body"/>
          </p:nvPr>
        </p:nvSpPr>
        <p:spPr>
          <a:xfrm>
            <a:off x="2802000" y="290300"/>
            <a:ext cx="3511800" cy="29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AI Analyst</a:t>
            </a:r>
            <a:endParaRPr/>
          </a:p>
        </p:txBody>
      </p:sp>
      <p:sp>
        <p:nvSpPr>
          <p:cNvPr id="49" name="Google Shape;49;p4"/>
          <p:cNvSpPr txBox="1"/>
          <p:nvPr>
            <p:ph idx="6" type="body"/>
          </p:nvPr>
        </p:nvSpPr>
        <p:spPr>
          <a:xfrm>
            <a:off x="6444325" y="292500"/>
            <a:ext cx="2560200" cy="29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txBox="1"/>
          <p:nvPr>
            <p:ph idx="7" type="body"/>
          </p:nvPr>
        </p:nvSpPr>
        <p:spPr>
          <a:xfrm>
            <a:off x="23250" y="1977200"/>
            <a:ext cx="9120600" cy="9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141413"/>
                </a:solidFill>
                <a:highlight>
                  <a:srgbClr val="FFFFFF"/>
                </a:highlight>
                <a:latin typeface="Arial"/>
                <a:ea typeface="Arial"/>
                <a:cs typeface="Arial"/>
                <a:sym typeface="Arial"/>
              </a:rPr>
              <a:t>Build an AI Analyst that lets Information Consumers and Data Analysts consume data through plain-language conversation, grounded in our governed data and proven patterns. Start narrow in one well-understood domain with a human in the loop, then earn the trust to widen coverage. Work with the business domain teams so the AI Analyst fits existing workflows, we move forward together, not in silos.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reen IPC">
  <a:themeElements>
    <a:clrScheme name="Office Theme">
      <a:dk1>
        <a:srgbClr val="666666"/>
      </a:dk1>
      <a:lt1>
        <a:srgbClr val="FFFFFF"/>
      </a:lt1>
      <a:dk2>
        <a:srgbClr val="625AFF"/>
      </a:dk2>
      <a:lt2>
        <a:srgbClr val="E7E6E6"/>
      </a:lt2>
      <a:accent1>
        <a:srgbClr val="625AFF"/>
      </a:accent1>
      <a:accent2>
        <a:srgbClr val="0DAEFF"/>
      </a:accent2>
      <a:accent3>
        <a:srgbClr val="1BB31B"/>
      </a:accent3>
      <a:accent4>
        <a:srgbClr val="FF860D"/>
      </a:accent4>
      <a:accent5>
        <a:srgbClr val="6D6C88"/>
      </a:accent5>
      <a:accent6>
        <a:srgbClr val="1A1844"/>
      </a:accent6>
      <a:hlink>
        <a:srgbClr val="0DAE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